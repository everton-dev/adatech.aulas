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0" r:id="rId3"/>
    <p:sldId id="281" r:id="rId4"/>
    <p:sldId id="28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68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Aula-clímax do módulo: sair do ambiente de estudo (Minikube) e montar um cluster real, com alta disponibilidade. É a aula mais avançada e a que amarra TODOS os conceitos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Roteiro do dia: por que multi-master → criar VMs → instalar componentes → load balancer → juntar os masters → rede → validar → clouds gerenciadas. É longo; avise que faremos por etapas e que o material do aluno tem todos os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Conecte com a aula 7: falamos que perder o etcd/control plane é catastrófico. Multi-master resolve isso: se um master cai, os outros continuam. É o conceito de alta disponibilidade (HA). Nossa topologia: 3 masters (cada um com etcd) + 1 máquina HAProxy como balanceador. Desenhe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Verifique quem tem hardware. 4GB LIVRES é o mínimo apertado; se alguém não tiver, formar duplas ou acompanhar a demonstração. Vagrant automatiza a criação das VMs a partir de um arquivo de código (Vagrantfile) — infra como código, de novo. HAProxy é um LoadBalancer de software (lembre do tipo LoadBalancer, aula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passo prático: criar a infraestrutura.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o Vagrantfile: um dicionário de VMs com memória, CPU e final do IP. master1=.10, master2=.20, master3=.30, balancer=.200. Tudo em rede privada. 'debian/buster64' é a imagem base. Este arquivo, versionado, recria toda a infra com um comando. Reforce a filosofia de infra como código do módulo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'vagrant up' pode demorar (baixa a box e cria 4 VMs). Enquanto sobe, explique o que está acontecendo. 'vagrant ssh master1' entra na máquina. Avise que muitos comandos seguintes rodam DENTRO de cada master e precisam ser repetidos nos três.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Preparar cada master. Executar em TODOS os masters.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Esses passos são obrigatórios e sutis — onde iniciantes mais erram. Por que desabilitar swap? O scheduler assume memória previsível; swap atrapalha. Por que cgroupdriver systemd? Recomendação oficial para evitar instabilidade. O node-ip fixo é por causa das múltiplas interfaces de rede das VMs Vagrant. LEMBRE: repetir em master1, master2 e master3, trocando o final do IP (10, 20, 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Não decore os comandos — entenda o quê: adicionar repositórios oficiais, instalar Docker e o trio kubelet/kubeadm/kubectl. 'apt-mark hold' impede upgrade acidental que quebraria o cluster. kubeadm é a ferramenta que vai FORMAR o cluster (o grande protagonista da aula). Rode nos três masters.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Coração da aula: juntar os masters atrás do balanceador.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HAProxy escuta em 172.27.11.200:6443 e distribui (round-robin) para os 3 masters na porta 6443 (a porta da API). Assim, todos falam com UM endereço (.200) e não importa qual master atende. Os health checks (check/fall/rise) tiram um master do balanceamento se ele cair. É a alta disponibilidade na prática. Reinicie com 'systemctl restart haproxy' e verifique a porta com 'ss -nltp | grep 6443'.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primeiro master é especial: ele CRIA o cluster, gera os certificados e popula o primeiro etcd. O controlPlaneEndpoint aponta para o HAProxy (.200), não para um master específico — por isso o cluster é HA desde o início. O '--upload-certs' compartilha os certificados para os outros masters entrarem. Ao final, o kubeadm imprime os comandos 'join' — ANOTE-OS.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nodes ficam NotReady até haver um plugin de rede (CNI). Instalamos o Calico — ele garante a comunicação entre pods (lembre kube-proxy/rede, aula 1 e 6). Depois, em master2 e master3, rode o 'join' do control plane adicionando '--apiserver-advertise-address' com o IP de cada um. 'get nodes' deve mostrar os 3 masters Ready. Se não anotou o token: 'kubeadm token create --print-join-command'.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prático que amarra o módulo: usamos taint (aula 5) para liberar os masters e um DaemonSet (aula 3) para colocar um pod em cada máquina. Em 'get pods -o wide' o aluno vê 3 pods, um por master — prova visual de que o cluster multi-master funciona. Comemore: eles construíram um cluster HA do zero!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Contraponto honesto: montar multi-master à mão é ótimo para APRENDER, mas em produção real quase todo mundo usa cluster gerenciado. A cloud opera masters, etcd, upgrades e patches de SO. Você entrega valor nas aplicações. Ter feito manualmente dá a você a compreensão do que a cloud abstrai — é isso que separa um operador de um profissional que entende o que está acontecendo por baixo.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Encerramento do MÓDULO inteiro, não só da aula. Faça uma retrospectiva da jornada das 8 aulas. Parabenize a turma. Sugira caminhos: as certificações CKA (administrador) e CKAD (desenvolvedor), praticar num cluster gerenciado free-tier, e continuar estudando pela documentação oficial (autonomia!). Abra para dúvidas finais e feedback do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Cluster Multi-Master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Montando um cluster produtivo do zero com kubeadm e HAProxy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113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>
                <a:solidFill>
                  <a:srgbClr val="FFFDF8"/>
                </a:solidFill>
                <a:latin typeface="Ubuntu"/>
              </a:rPr>
              <a:t>Câmera ligada + mão levantada </a:t>
            </a:r>
            <a:r>
              <a:rPr sz="1250" b="1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 dirty="0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 dirty="0" err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dois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Pod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s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um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 com a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API e </a:t>
            </a:r>
            <a:r>
              <a:rPr lang="pt-PT" sz="1150" b="1" dirty="0">
                <a:solidFill>
                  <a:srgbClr val="FFFDF8"/>
                </a:solidFill>
                <a:latin typeface="Ubuntu"/>
              </a:rPr>
              <a:t>o outro com o 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Banco de Dados à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sua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escolha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 dirty="0">
                <a:solidFill>
                  <a:srgbClr val="FFFDF8"/>
                </a:solidFill>
                <a:latin typeface="Ubuntu"/>
              </a:rPr>
              <a:t>A API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deve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150" b="1" dirty="0" err="1">
                <a:solidFill>
                  <a:srgbClr val="FFFDF8"/>
                </a:solidFill>
                <a:latin typeface="Ubuntu"/>
              </a:rPr>
              <a:t>fazer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 um </a:t>
            </a:r>
            <a:r>
              <a:rPr sz="1150" b="1" dirty="0">
                <a:solidFill>
                  <a:srgbClr val="A6F750"/>
                </a:solidFill>
                <a:latin typeface="Ubuntu"/>
              </a:rPr>
              <a:t>CRUD para </a:t>
            </a:r>
            <a:r>
              <a:rPr sz="1150" b="1" dirty="0" err="1">
                <a:solidFill>
                  <a:srgbClr val="A6F750"/>
                </a:solidFill>
                <a:latin typeface="Ubuntu"/>
              </a:rPr>
              <a:t>produtos</a:t>
            </a:r>
            <a:r>
              <a:rPr sz="1150" b="1" dirty="0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Entender por que produção pede múltiplos masters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Provisionar máquinas com Vagrant + VirtualBox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Instalar os componentes com kubeadm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Configurar o Load Balancer (HAProxy)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Formar o cluster e conhecer clusters gerenciados (EKS/GKE/AKS)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Por que Multi-Master?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Minikube = 1 node, ótimo para estudo, inaceitável para produção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Um único master é ponto único de falha (SPOF)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Múltiplos masters = alta disponibilidade do control plane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Cada master tem sua instância do etcd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Um Load Balancer centraliza o acesso à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Pré-requisitos e topologia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4GB de RAM livres (4 máquinas virtuais)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VirtualBox — virtualizador das máquinas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Vagrant — cria e gerencia as VMs de forma automatizada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Topologia: 3 masters + 1 balancer (HAProxy)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Rede privada 172.27.11.x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Provisionando as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Vagrant + VirtualBox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Vagrantfile: as 4 máquinas como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i="1" dirty="0" err="1">
                <a:solidFill>
                  <a:srgbClr val="2371FF"/>
                </a:solidFill>
                <a:latin typeface="Lato"/>
              </a:rPr>
              <a:t>Vangrantfile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- 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define balancer + 3 masters com IPs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fixos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950" dirty="0" err="1">
                <a:solidFill>
                  <a:srgbClr val="ECEDF3"/>
                </a:solidFill>
                <a:latin typeface="Consolas"/>
              </a:rPr>
              <a:t>vms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 {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'balancer' =&gt; {'memory' =&gt; '2048',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cpus'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=&gt; 2,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ip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 =&gt; '200'},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'master3'  =&gt; {'memory' =&gt; '2048',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cpus'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=&gt; 2,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ip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 =&gt; '30'},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'master2'  =&gt; {'memory' =&gt; '2048',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cpus'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=&gt; 2,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ip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 =&gt; '20'},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'master1'  =&gt; {'memory' =&gt; '2048',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cpus'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=&gt; 2,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ip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 =&gt; '10'}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}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950" dirty="0" err="1">
                <a:solidFill>
                  <a:srgbClr val="ECEDF3"/>
                </a:solidFill>
                <a:latin typeface="Consolas"/>
              </a:rPr>
              <a:t>Vagrant.configure</a:t>
            </a:r>
            <a:r>
              <a:rPr sz="950" dirty="0">
                <a:solidFill>
                  <a:srgbClr val="ECEDF3"/>
                </a:solidFill>
                <a:latin typeface="Consolas"/>
              </a:rPr>
              <a:t>('2') do |config|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config.vm.box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debian</a:t>
            </a:r>
            <a:r>
              <a:rPr sz="950" dirty="0">
                <a:solidFill>
                  <a:srgbClr val="ECEDF3"/>
                </a:solidFill>
                <a:latin typeface="Consolas"/>
              </a:rPr>
              <a:t>/buster64'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vms.each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do |name, conf|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config.vm.define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name do |k|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k.vm.hostname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 "#{name}.example.com"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k.vm.network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private_network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',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ip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 "172.27.11.#{conf['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ip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']}"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k.vm.provider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virtualbox</a:t>
            </a:r>
            <a:r>
              <a:rPr sz="950" dirty="0">
                <a:solidFill>
                  <a:srgbClr val="ECEDF3"/>
                </a:solidFill>
                <a:latin typeface="Consolas"/>
              </a:rPr>
              <a:t>' do |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vb</a:t>
            </a:r>
            <a:r>
              <a:rPr sz="950" dirty="0">
                <a:solidFill>
                  <a:srgbClr val="ECEDF3"/>
                </a:solidFill>
                <a:latin typeface="Consolas"/>
              </a:rPr>
              <a:t>|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vb.memory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 conf['memory']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vb.cpus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= conf['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cpus'</a:t>
            </a:r>
            <a:r>
              <a:rPr sz="950" dirty="0">
                <a:solidFill>
                  <a:srgbClr val="ECEDF3"/>
                </a:solidFill>
                <a:latin typeface="Consolas"/>
              </a:rPr>
              <a:t>]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end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end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end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Subindo e acessando as VMs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Dentro do diretório k8s, suba as 4 máquinas: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vagrant up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Verifique o status: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vagrant status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Acesse uma máquina via SSH: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vagrant ssh master1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Para sair de uma máquina, pressione Ctrl+D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Subindo e acessando as VMs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708978"/>
            <a:ext cx="4160520" cy="1977004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42900" y="459028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Fonte: Let's Code</a:t>
            </a:r>
          </a:p>
        </p:txBody>
      </p:sp>
      <p:pic>
        <p:nvPicPr>
          <p:cNvPr id="7" name="Picture 6" descr="img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113432"/>
            <a:ext cx="4160520" cy="1168095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40580" y="459028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Subindo e acessando as VMs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04459"/>
            <a:ext cx="7863839" cy="2106082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Instalando 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Docker, kubelet, kubeadm, kubectl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Preparação de cada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Ajustar iptables para o modo legacy (compatibilidade com kube-proxy)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Instalar Docker + kubelet + kubeadm + kubectl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Desabilitar o swap (o Kubernetes exige)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Configurar o cgroupdriver do Docker para systemd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Fixar o node-ip do kubelet (várias interfaces no Vagrant)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Script de instalação (por master)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instala Docker e os componentes do Kubernetes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>
                <a:solidFill>
                  <a:srgbClr val="ECEDF3"/>
                </a:solidFill>
                <a:latin typeface="Consolas"/>
              </a:rPr>
              <a:t>apt-get update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apt-get install -y apt-transport-https ca-certificates \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curl gnupg2 software-properties-common vim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repositório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do Docker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curl -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fsSL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https://download.docker.com/linux/debian/gpg | apt-key add -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add-apt-repository "deb [arch=amd64] \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https://download.docker.com/linux/debian $(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lsb_release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-cs) stable"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repositório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do Kubernetes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curl -s https://packages.cloud.google.com/apt/doc/apt-key.gpg | apt-key add -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echo 'deb https://apt.kubernetes.io/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kubernetes-xenial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main' \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&gt; /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etc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/apt/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sources.list.d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kubernetes.list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apt-get update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apt-get install -y docker-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docker-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-cli containerd.io \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kubelet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kubeadm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apt-mark hold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kubelet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kubeadm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  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trava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as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versões</a:t>
            </a:r>
            <a:endParaRPr sz="110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Script de instalação (por master)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19170"/>
            <a:ext cx="7863840" cy="107665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3. Load Balancer e formação do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HAProxy + kubeadm init/join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HAProxy: balanceando os 3 masters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/etc/haproxy/haproxy.cfg — porta 6443 (API)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>
                <a:solidFill>
                  <a:srgbClr val="ECEDF3"/>
                </a:solidFill>
                <a:latin typeface="Consolas"/>
              </a:rPr>
              <a:t>frontend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kubernetes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bind 172.27.11.200:6443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mode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tcp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default_backend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kubernetes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-master-nodes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backend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kubernetes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-master-nodes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mode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tcp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balance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roundrobin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option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tcp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-check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server k8s-master-0 172.27.11.10:6443 check fall 3 rise 2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server k8s-master-1 172.27.11.20:6443 check fall 3 rise 2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server k8s-master-2 172.27.11.30:6443 check fall 3 rise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HAProxy: balanceando os 3 masters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2883"/>
            <a:ext cx="7863840" cy="329234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Iniciando o primeiro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kubeadm-config.yml aponta para o Load Balancer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>
                <a:solidFill>
                  <a:srgbClr val="50E550"/>
                </a:solidFill>
                <a:latin typeface="Consolas"/>
              </a:rPr>
              <a:t># /root/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kubeadm-config.yml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kubeadm.k8s.io/v1beta2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kind: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ClusterConfiguration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kubernetesVersion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stable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controlPlaneEndpoint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"172.27.11.200:6443"  # o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HAProxy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networking: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podSubnet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"10.244.0.0/16"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---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kubeadm.k8s.io/v1beta2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kind: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InitConfiguration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localAPIEndpoint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advertiseAddress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"172.27.11.10"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bindPort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6443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inicia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o cluster e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emite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certificados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compartilhados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kubeadm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init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--config '/root/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kubeadm-config.yml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' --upload-certs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Iniciando o primeiro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47" y="1143000"/>
            <a:ext cx="6722706" cy="34290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Rede (Calico) e juntando os masters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No master1, configure o kubectl do root: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mkdir -p /root/.kube &amp;&amp; cp /etc/kubernetes/admin.conf /root/.kube/config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Nodes ficam NotReady até instalar a rede. Instale o Calico: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apply -f calico.yaml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Agora o master1 fica Ready. Junte os demais masters (comando do init):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kubeadm join 172.27.11.200:6443 --token ... --control-plane --certificate-key ... --apiserver-advertise-address=172.27.11.20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Valide o cluster completo: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Rede (Calico) e juntando os masters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471228"/>
            <a:ext cx="4160520" cy="452503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42900" y="459028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pic>
        <p:nvPicPr>
          <p:cNvPr id="7" name="Picture 6" descr="img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462285"/>
            <a:ext cx="4160520" cy="47039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40580" y="459028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Validando com um DaemonSet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Permita pods de aplicação nos masters (remove o taint padrão):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taint nodes --all node-role.kubernetes.io/master-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Aplique um DaemonSet (um Pod por máquina):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apply -f daemonset-sh-cgi.yaml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Confirme um Pod em cada master: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pods -o 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Clusters Gerenciados: EKS, GKE, 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As clouds oferecem Kubernetes gerenciado — sem cuidar dos masters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EKS (AWS) — o mais utilizado atualmente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GKE (Google Cloud) — mais opções de gerenciamento e automação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AKS (Azure) — boa relação custo-benefício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Você foca nas aplicações; a cloud cuida do control plane e upgrades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08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Encerrando o módulo!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Você foi de 'o que é container' a um cluster multi-master HA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Domina Pods, controladores, Services, volumes, recursos e RBAC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Sabe fazer deploy com estratégia e reverter com segurança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Sabe investigar e resolver problemas (troubleshooting)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Próximos passos: certificações (CKA/CKAD) e um cluster gerenciado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2629</Words>
  <Application>Microsoft Office PowerPoint</Application>
  <PresentationFormat>On-screen Show (16:9)</PresentationFormat>
  <Paragraphs>257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8</cp:revision>
  <dcterms:created xsi:type="dcterms:W3CDTF">2013-01-27T09:14:16Z</dcterms:created>
  <dcterms:modified xsi:type="dcterms:W3CDTF">2026-08-03T18:08:02Z</dcterms:modified>
  <cp:category/>
</cp:coreProperties>
</file>