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  <p:sldId id="266" r:id="rId34"/>
    <p:sldId id="267" r:id="rId35"/>
    <p:sldId id="268" r:id="rId36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Abertura da Aula 07: Integridade e Procedência de Artefatos.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OWASP A08 — Software and Data Integrity Failures. Pergunte como o consumidor distingue uma imagem legítima de uma substituída no registry. Resposta: digest + verificação.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Keyless não elimina confiança: desloca para o provedor OIDC e para a política de verificação (issuer + subject). Ainda assim, remove o problema da custódia.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12 min</a:t>
            </a:r>
          </a:p>
          <a:p/>
          <a:p>
            <a:r>
              <a:t>Percorra o fluxo e destaque: não há chave de longa duração para roubar e toda assinatura fica auditável publicamente.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Sempre assine o digest, não a tag (tags são mutáveis). A verificação deve restringir issuer e identidade — sem isso, qualquer assinatura válida passa.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Provenance descreve builder, workflow, commit e dependências. Em produção ela é gerada pelo builder (slsa-github-generator); no lab é demonstrativa.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Assinatura só vale se alguém verifica no consumo. Alternativas: Kyverno verifyImages, Connaisseur, Gatekeeper. Também dá para verificar em um job do CI antes do deploy.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Reprodutibilidade é a verificação que não depende de confiar no builder. Cite também assinatura de modelos de IA (cosign sign model.onnx).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80 min</a:t>
            </a:r>
          </a:p>
          <a:p/>
          <a:p>
            <a:r>
              <a:t>Chaves de laboratório nunca vão para produção. Diferencie provenance demonstrativa de provenance confiável gerada pelo builder.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4 min</a:t>
            </a:r>
          </a:p>
          <a:p/>
          <a:p>
            <a:r>
              <a:t>Frase-síntese: assinar não basta, o consumidor precisa verificar. Ponte: Aula 8 transforma essas provas em evidência contínua de compliance.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Lembre a turma de trazer o repositório do projeto final em andamento.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07  ·  Sexta, 30/10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Integridade e Procedência de Artefatos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Como provar que um artefato é autêntico e não foi adulterado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Sex 30/10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03/11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PROBLEMA GERADOR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docker pull empresa/api:v1.2.3 — e daí?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Uma tag é só bytes: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não diz quem produziu nem se foi alterado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Entre build e deploy: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registry, MITM, mirror, replay de versão antiga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Assinatura: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prova autoria e integridade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Atestação: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prova propriedades: SBOM, provenance, scan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Um remédio sem lacre e sem bula: pode até ser o original, mas você não tem como saber. Assinatura é o lacre; atestação é a bula com lote, fábrica e composição.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DOIS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Chave estática vs. Sigstore keyless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DF8"/>
                </a:solidFill>
                <a:latin typeface="Segoe UI Semibold"/>
              </a:rPr>
              <a:t>Assinatura tradicional (PGP, chave)</a:t>
            </a:r>
          </a:p>
        </p:txBody>
      </p:sp>
      <p:sp>
        <p:nvSpPr>
          <p:cNvPr id="9" name="Oval 8"/>
          <p:cNvSpPr/>
          <p:nvPr/>
        </p:nvSpPr>
        <p:spPr>
          <a:xfrm>
            <a:off x="461700" y="2445817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7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Chave privada de longa duração</a:t>
            </a:r>
          </a:p>
        </p:txBody>
      </p:sp>
      <p:sp>
        <p:nvSpPr>
          <p:cNvPr id="11" name="Oval 10"/>
          <p:cNvSpPr/>
          <p:nvPr/>
        </p:nvSpPr>
        <p:spPr>
          <a:xfrm>
            <a:off x="461700" y="3065155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7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Custódia em HSM/KMS; risco se vazar</a:t>
            </a:r>
          </a:p>
        </p:txBody>
      </p:sp>
      <p:sp>
        <p:nvSpPr>
          <p:cNvPr id="13" name="Oval 12"/>
          <p:cNvSpPr/>
          <p:nvPr/>
        </p:nvSpPr>
        <p:spPr>
          <a:xfrm>
            <a:off x="461700" y="3684493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7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Revogação via CRL/OCSP frágil</a:t>
            </a:r>
          </a:p>
        </p:txBody>
      </p:sp>
      <p:sp>
        <p:nvSpPr>
          <p:cNvPr id="15" name="Oval 14"/>
          <p:cNvSpPr/>
          <p:nvPr/>
        </p:nvSpPr>
        <p:spPr>
          <a:xfrm>
            <a:off x="461700" y="4303831"/>
            <a:ext cx="140000" cy="14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7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Sem registro público de quem assinou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2000" y="1746148"/>
            <a:ext cx="4130300" cy="303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2000" y="1746148"/>
            <a:ext cx="4130300" cy="320000"/>
          </a:xfrm>
          <a:prstGeom prst="roundRect">
            <a:avLst>
              <a:gd name="adj" fmla="val 4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2000" y="1746148"/>
            <a:ext cx="3830300" cy="3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81C23"/>
                </a:solidFill>
                <a:latin typeface="Segoe UI Semibold"/>
              </a:rPr>
              <a:t>Sigstore keyless</a:t>
            </a:r>
          </a:p>
        </p:txBody>
      </p:sp>
      <p:sp>
        <p:nvSpPr>
          <p:cNvPr id="20" name="Oval 19"/>
          <p:cNvSpPr/>
          <p:nvPr/>
        </p:nvSpPr>
        <p:spPr>
          <a:xfrm>
            <a:off x="4852000" y="2445817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2000" y="2206148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Identidade OIDC do pipeline/pessoa</a:t>
            </a:r>
          </a:p>
        </p:txBody>
      </p:sp>
      <p:sp>
        <p:nvSpPr>
          <p:cNvPr id="22" name="Oval 21"/>
          <p:cNvSpPr/>
          <p:nvPr/>
        </p:nvSpPr>
        <p:spPr>
          <a:xfrm>
            <a:off x="4852000" y="3065155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2000" y="2825486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Certificado efêmero de 10 minutos (Fulcio)</a:t>
            </a:r>
          </a:p>
        </p:txBody>
      </p:sp>
      <p:sp>
        <p:nvSpPr>
          <p:cNvPr id="24" name="Oval 23"/>
          <p:cNvSpPr/>
          <p:nvPr/>
        </p:nvSpPr>
        <p:spPr>
          <a:xfrm>
            <a:off x="4852000" y="3684493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2000" y="3444824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Chave descartada após assinar</a:t>
            </a:r>
          </a:p>
        </p:txBody>
      </p:sp>
      <p:sp>
        <p:nvSpPr>
          <p:cNvPr id="26" name="Oval 25"/>
          <p:cNvSpPr/>
          <p:nvPr/>
        </p:nvSpPr>
        <p:spPr>
          <a:xfrm>
            <a:off x="4852000" y="4303831"/>
            <a:ext cx="140000" cy="1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2000" y="4064162"/>
            <a:ext cx="3560300" cy="6193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81C23"/>
                </a:solidFill>
                <a:latin typeface="Segoe UI"/>
              </a:rPr>
              <a:t>Transparency log público (Rekor)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SIGSTORE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O fluxo keyless em cinco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Token OIDC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GitHub Actions, GitLab, Google emitem JWT com identidade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75382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0382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1382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382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382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Fulcio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82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Emite certificado X.509 de 10 min ligado à identidade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4594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9594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0594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594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94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Cosign 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594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Assina o hash do artefato com chave efêmera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3806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8806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9806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806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806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Rekor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806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Registra assinatura e certificado no log append-only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3018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80180" y="1926148"/>
            <a:ext cx="135212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9018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018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0180" y="2326148"/>
            <a:ext cx="113212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DF8"/>
                </a:solidFill>
                <a:latin typeface="Segoe UI Semibold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0180" y="2836148"/>
            <a:ext cx="135212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Consumidor valida identidade, digest e entrada no Rekor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COSIGN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Assinar e verificar uma imagem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A assinatura é gravada no registry como artefato OCI (tag sha256-&lt;digest&gt;.sig):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Keyless (CI ou browser)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sign --yes ghcr.io/empresa/api@sha256:abc123...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verify ghcr.io/empresa/api@sha256:abc123...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--certificate-identity-regexp '^https://github.com/empresa/.*'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--certificate-oidc-issuer https://token.actions.githubusercontent.com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Chave estática (somente laboratório local)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generate-key-pair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sign --key cosign.key localhost:5000/lab/banner:v1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verify --key cosign.pub localhost:5000/lab/banner:v1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ATESTAÇÕES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cosign attest: SBOM e SLSA Provenance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Formato in-toto com envelope DSSE; predicateType diz o que a atestação afirma: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syft localhost:5000/lab/banner:v1 -o cyclonedx-json &gt; sbom.cdx.json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attest --key cosign.key --type cyclonedx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--predicate sbom.cdx.json localhost:5000/lab/banner:v1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attest --key cosign.key --type slsaprovenance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--predicate provenance.json localhost:5000/lab/banner:v1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cosign verify-attestation --key cosign.pub --type slsaprovenance \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Consolas"/>
              </a:rPr>
              <a:t>  localhost:5000/lab/banner:v1 | jq '.payload | @base64d | fromjson | .predicate'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Consolas"/>
              </a:rPr>
              <a:t># predicateTypes: cyclonedx · spdx · slsaprovenance · vuln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VERIFICAÇÃO COMO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ClusterImagePolicy: só imagem assinada entra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Segoe UI"/>
              </a:rPr>
              <a:t>policy-controller (Sigstore) rejeita no admission o que não bate com a política: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Consolas"/>
              </a:rPr>
              <a:t>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apiVersion: policy.sigstore.dev/v1beta1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kind: ClusterImagePolicy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metadata: { name: require-signed-images }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spec: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images: [{ glob: "ghcr.io/empresa/**" }]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authorities: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- keyless: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  url: https://fulcio.sigstore.dev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  identities: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  - issuer: https://token.actions.githubusercontent.com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    subjectRegExp: "^https://github.com/empresa/.*"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ctlog: { url: https://rekor.sigstore.dev }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attestations: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A6F750"/>
                </a:solidFill>
                <a:latin typeface="Consolas"/>
              </a:rPr>
              <a:t>    - { name: must-have-provenance, predicateType: https://slsa.dev/provenance/v1 }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A707D"/>
                </a:solidFill>
                <a:latin typeface="Consolas"/>
              </a:rPr>
              <a:t># kubectl label ns producao policy.sigstore.dev/include=true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VERIFICAÇÃO INDEPENDENTE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Build reprodutível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Definição: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mesmo código → artefato bit a bit idêntico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Por quê: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qualquer um rebuilda e compara com o publicado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Práticas: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toolchain pinada, SOURCE_DATE_EPOCH, ordenação determinística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Quem faz: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Debian, Tails, Bitcoin Core; em containers: nixpkgs, apko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SLSA L4: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detecta comprometimento mesmo com builder 'confiável'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Duas padarias com a mesma receita devem produzir o mesmo pão. Se o seu saiu diferente, alguém mexeu na massa.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Laboratório: ciclo completo com Cosign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Registry: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docker run -d -p 5000:5000 registry:2; build e push de banner:v1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Assinar: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cosign generate-key-pair → sign → verify (chave de teste)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Atestar: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SBOM CycloneDX (Syft) e provenance demonstrativa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Verificar: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verify-attestation; conferir sujeito, digest e predicate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Opcional: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policy-controller no kind e bloqueio de imagem não assinada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Imagem por digest, assinatura, duas atestações e saídas de verificação. Runbook: labs/Aula_07_Runbook.md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Assinatura prova autoria e integridade; atestação prova propriedades (SBOM, provenance, scan).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Sigstore keyless: OIDC + Fulcio + Rekor eliminam a custódia de chave estática.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Assine o digest, verifique com issuer e identidade restritos — no CI e no admission.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Build reprodutível é a verificação independente que não depende de confiar no builder.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Integridade e Procedência de Artefatos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Próxima aula: Compliance Contínuo, Auditoria e Projeto Final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