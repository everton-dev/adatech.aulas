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4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embeddedFontLst>
    <p:embeddedFont>
      <p:font typeface="Ubuntu Light"/>
      <p:regular r:id="rId12"/>
      <p:bold r:id="rId13"/>
      <p:italic r:id="rId14"/>
      <p:boldItalic r:id="rId15"/>
    </p:embeddedFont>
    <p:embeddedFont>
      <p:font typeface="Ubuntu"/>
      <p:regular r:id="rId16"/>
      <p:bold r:id="rId17"/>
      <p:italic r:id="rId18"/>
      <p:boldItalic r:id="rId19"/>
    </p:embeddedFont>
    <p:embeddedFont>
      <p:font typeface="Ubuntu Medium"/>
      <p:regular r:id="rId20"/>
      <p:bold r:id="rId21"/>
      <p:italic r:id="rId22"/>
      <p:boldItalic r:id="rId23"/>
    </p:embeddedFont>
    <p:embeddedFont>
      <p:font typeface="Lato"/>
      <p:regular r:id="rId24"/>
      <p:bold r:id="rId25"/>
      <p:italic r:id="rId26"/>
      <p:boldItalic r:id="rId27"/>
    </p:embeddedFont>
    <p:embeddedFont>
      <p:font typeface="Fira Code"/>
      <p:regular r:id="rId28"/>
      <p:bold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UbuntuMedium-regular.fntdata"/><Relationship Id="rId22" Type="http://schemas.openxmlformats.org/officeDocument/2006/relationships/font" Target="fonts/UbuntuMedium-italic.fntdata"/><Relationship Id="rId21" Type="http://schemas.openxmlformats.org/officeDocument/2006/relationships/font" Target="fonts/UbuntuMedium-bold.fntdata"/><Relationship Id="rId24" Type="http://schemas.openxmlformats.org/officeDocument/2006/relationships/font" Target="fonts/Lato-regular.fntdata"/><Relationship Id="rId23" Type="http://schemas.openxmlformats.org/officeDocument/2006/relationships/font" Target="fonts/UbuntuMedium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Lato-italic.fntdata"/><Relationship Id="rId25" Type="http://schemas.openxmlformats.org/officeDocument/2006/relationships/font" Target="fonts/Lato-bold.fntdata"/><Relationship Id="rId28" Type="http://schemas.openxmlformats.org/officeDocument/2006/relationships/font" Target="fonts/FiraCode-regular.fntdata"/><Relationship Id="rId27" Type="http://schemas.openxmlformats.org/officeDocument/2006/relationships/font" Target="fonts/La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FiraCode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UbuntuLight-bold.fntdata"/><Relationship Id="rId12" Type="http://schemas.openxmlformats.org/officeDocument/2006/relationships/font" Target="fonts/UbuntuLight-regular.fntdata"/><Relationship Id="rId15" Type="http://schemas.openxmlformats.org/officeDocument/2006/relationships/font" Target="fonts/UbuntuLight-boldItalic.fntdata"/><Relationship Id="rId14" Type="http://schemas.openxmlformats.org/officeDocument/2006/relationships/font" Target="fonts/UbuntuLight-italic.fntdata"/><Relationship Id="rId17" Type="http://schemas.openxmlformats.org/officeDocument/2006/relationships/font" Target="fonts/Ubuntu-bold.fntdata"/><Relationship Id="rId16" Type="http://schemas.openxmlformats.org/officeDocument/2006/relationships/font" Target="fonts/Ubuntu-regular.fntdata"/><Relationship Id="rId19" Type="http://schemas.openxmlformats.org/officeDocument/2006/relationships/font" Target="fonts/Ubuntu-boldItalic.fntdata"/><Relationship Id="rId18" Type="http://schemas.openxmlformats.org/officeDocument/2006/relationships/font" Target="fonts/Ubuntu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g345f4ca82ce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" name="Google Shape;32;g345f4ca82ce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g345f4ca82ce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" name="Google Shape;38;g345f4ca82ce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345f4ca82ce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" name="Google Shape;43;g345f4ca82ce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g345f4ca82ce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" name="Google Shape;50;g345f4ca82ce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45f4ca82ce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45f4ca82ce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45f4ca82ce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45f4ca82ce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6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a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 title="Ad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050" y="1994575"/>
            <a:ext cx="1867250" cy="1154351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>
            <p:ph type="title"/>
          </p:nvPr>
        </p:nvSpPr>
        <p:spPr>
          <a:xfrm>
            <a:off x="691650" y="2017200"/>
            <a:ext cx="3370500" cy="45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Ubuntu Light"/>
              <a:buNone/>
              <a:defRPr sz="2200">
                <a:latin typeface="Ubuntu Light"/>
                <a:ea typeface="Ubuntu Light"/>
                <a:cs typeface="Ubuntu Light"/>
                <a:sym typeface="Ubuntu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" name="Google Shape;12;p2"/>
          <p:cNvSpPr txBox="1"/>
          <p:nvPr>
            <p:ph idx="2" type="title"/>
          </p:nvPr>
        </p:nvSpPr>
        <p:spPr>
          <a:xfrm>
            <a:off x="691650" y="2582150"/>
            <a:ext cx="3370500" cy="57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Font typeface="Ubuntu Medium"/>
              <a:buNone/>
              <a:defRPr>
                <a:latin typeface="Ubuntu Medium"/>
                <a:ea typeface="Ubuntu Medium"/>
                <a:cs typeface="Ubuntu Medium"/>
                <a:sym typeface="Ubuntu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3" name="Google Shape;13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49225" y="-18825"/>
            <a:ext cx="198350" cy="52082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sor">
  <p:cSld name="CUSTOM_2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15;p3" title="BG colorido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3997" cy="514349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3"/>
          <p:cNvSpPr txBox="1"/>
          <p:nvPr>
            <p:ph type="title"/>
          </p:nvPr>
        </p:nvSpPr>
        <p:spPr>
          <a:xfrm>
            <a:off x="683025" y="2071050"/>
            <a:ext cx="3921300" cy="10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600"/>
              <a:buFont typeface="Ubuntu"/>
              <a:buNone/>
              <a:defRPr sz="2600">
                <a:solidFill>
                  <a:srgbClr val="181C23"/>
                </a:solidFill>
                <a:latin typeface="Ubuntu"/>
                <a:ea typeface="Ubuntu"/>
                <a:cs typeface="Ubuntu"/>
                <a:sym typeface="Ubuntu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600"/>
              <a:buFont typeface="Ubuntu"/>
              <a:buNone/>
              <a:defRPr sz="2600">
                <a:solidFill>
                  <a:srgbClr val="181C23"/>
                </a:solidFill>
                <a:latin typeface="Ubuntu"/>
                <a:ea typeface="Ubuntu"/>
                <a:cs typeface="Ubuntu"/>
                <a:sym typeface="Ubuntu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600"/>
              <a:buFont typeface="Ubuntu"/>
              <a:buNone/>
              <a:defRPr sz="2600">
                <a:solidFill>
                  <a:srgbClr val="181C23"/>
                </a:solidFill>
                <a:latin typeface="Ubuntu"/>
                <a:ea typeface="Ubuntu"/>
                <a:cs typeface="Ubuntu"/>
                <a:sym typeface="Ubuntu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600"/>
              <a:buFont typeface="Ubuntu"/>
              <a:buNone/>
              <a:defRPr sz="2600">
                <a:solidFill>
                  <a:srgbClr val="181C23"/>
                </a:solidFill>
                <a:latin typeface="Ubuntu"/>
                <a:ea typeface="Ubuntu"/>
                <a:cs typeface="Ubuntu"/>
                <a:sym typeface="Ubuntu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600"/>
              <a:buFont typeface="Ubuntu"/>
              <a:buNone/>
              <a:defRPr sz="2600">
                <a:solidFill>
                  <a:srgbClr val="181C23"/>
                </a:solidFill>
                <a:latin typeface="Ubuntu"/>
                <a:ea typeface="Ubuntu"/>
                <a:cs typeface="Ubuntu"/>
                <a:sym typeface="Ubuntu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600"/>
              <a:buFont typeface="Ubuntu"/>
              <a:buNone/>
              <a:defRPr sz="2600">
                <a:solidFill>
                  <a:srgbClr val="181C23"/>
                </a:solidFill>
                <a:latin typeface="Ubuntu"/>
                <a:ea typeface="Ubuntu"/>
                <a:cs typeface="Ubuntu"/>
                <a:sym typeface="Ubuntu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600"/>
              <a:buFont typeface="Ubuntu"/>
              <a:buNone/>
              <a:defRPr sz="2600">
                <a:solidFill>
                  <a:srgbClr val="181C23"/>
                </a:solidFill>
                <a:latin typeface="Ubuntu"/>
                <a:ea typeface="Ubuntu"/>
                <a:cs typeface="Ubuntu"/>
                <a:sym typeface="Ubuntu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600"/>
              <a:buFont typeface="Ubuntu"/>
              <a:buNone/>
              <a:defRPr sz="2600">
                <a:solidFill>
                  <a:srgbClr val="181C23"/>
                </a:solidFill>
                <a:latin typeface="Ubuntu"/>
                <a:ea typeface="Ubuntu"/>
                <a:cs typeface="Ubuntu"/>
                <a:sym typeface="Ubuntu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600"/>
              <a:buFont typeface="Ubuntu"/>
              <a:buNone/>
              <a:defRPr sz="2600">
                <a:solidFill>
                  <a:srgbClr val="181C23"/>
                </a:solidFill>
                <a:latin typeface="Ubuntu"/>
                <a:ea typeface="Ubuntu"/>
                <a:cs typeface="Ubuntu"/>
                <a:sym typeface="Ubuntu"/>
              </a:defRPr>
            </a:lvl9pPr>
          </a:lstStyle>
          <a:p/>
        </p:txBody>
      </p:sp>
      <p:pic>
        <p:nvPicPr>
          <p:cNvPr id="17" name="Google Shape;17;p3" title="Ad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78399" y="4348525"/>
            <a:ext cx="737449" cy="455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/>
          <p:nvPr>
            <p:ph type="title"/>
          </p:nvPr>
        </p:nvSpPr>
        <p:spPr>
          <a:xfrm>
            <a:off x="311700" y="3131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2371FF"/>
              </a:buClr>
              <a:buSzPts val="2200"/>
              <a:buFont typeface="Ubuntu"/>
              <a:buNone/>
              <a:defRPr sz="2200">
                <a:solidFill>
                  <a:srgbClr val="2371FF"/>
                </a:solidFill>
                <a:latin typeface="Ubuntu"/>
                <a:ea typeface="Ubuntu"/>
                <a:cs typeface="Ubuntu"/>
                <a:sym typeface="Ubuntu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" type="body"/>
          </p:nvPr>
        </p:nvSpPr>
        <p:spPr>
          <a:xfrm>
            <a:off x="311700" y="1511075"/>
            <a:ext cx="8520600" cy="305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800"/>
              <a:buFont typeface="Lato"/>
              <a:buChar char="●"/>
              <a:defRPr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400"/>
              <a:buFont typeface="Lato"/>
              <a:buChar char="○"/>
              <a:defRPr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400"/>
              <a:buFont typeface="Lato"/>
              <a:buChar char="■"/>
              <a:defRPr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400"/>
              <a:buFont typeface="Lato"/>
              <a:buChar char="●"/>
              <a:defRPr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400"/>
              <a:buFont typeface="Lato"/>
              <a:buChar char="○"/>
              <a:defRPr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400"/>
              <a:buFont typeface="Lato"/>
              <a:buChar char="■"/>
              <a:defRPr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400"/>
              <a:buFont typeface="Lato"/>
              <a:buChar char="●"/>
              <a:defRPr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400"/>
              <a:buFont typeface="Lato"/>
              <a:buChar char="○"/>
              <a:defRPr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400"/>
              <a:buFont typeface="Lato"/>
              <a:buChar char="■"/>
              <a:defRPr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1" name="Google Shape;21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2" name="Google Shape;22;p4"/>
          <p:cNvSpPr txBox="1"/>
          <p:nvPr>
            <p:ph idx="2" type="subTitle"/>
          </p:nvPr>
        </p:nvSpPr>
        <p:spPr>
          <a:xfrm>
            <a:off x="311700" y="720025"/>
            <a:ext cx="5698800" cy="33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200"/>
              <a:buFont typeface="Lato"/>
              <a:buNone/>
              <a:defRPr sz="1200"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 Limpo">
  <p:cSld name="CUSTOM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fismo ADA">
  <p:cSld name="CUSTOM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Google Shape;25;p6" title="verde.png"/>
          <p:cNvPicPr preferRelativeResize="0"/>
          <p:nvPr/>
        </p:nvPicPr>
        <p:blipFill>
          <a:blip r:embed="rId2">
            <a:alphaModFix amt="40000"/>
          </a:blip>
          <a:stretch>
            <a:fillRect/>
          </a:stretch>
        </p:blipFill>
        <p:spPr>
          <a:xfrm>
            <a:off x="6076250" y="2628925"/>
            <a:ext cx="4844777" cy="32759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erramento" type="blank">
  <p:cSld name="BLANK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27;p7" title="Ad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050" y="1994575"/>
            <a:ext cx="1867250" cy="1154351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7"/>
          <p:cNvSpPr txBox="1"/>
          <p:nvPr/>
        </p:nvSpPr>
        <p:spPr>
          <a:xfrm>
            <a:off x="778150" y="2431300"/>
            <a:ext cx="2731200" cy="3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>
                <a:solidFill>
                  <a:srgbClr val="181C23"/>
                </a:solidFill>
                <a:latin typeface="Ubuntu Light"/>
                <a:ea typeface="Ubuntu Light"/>
                <a:cs typeface="Ubuntu Light"/>
                <a:sym typeface="Ubuntu Light"/>
              </a:rPr>
              <a:t>print("thank you")</a:t>
            </a:r>
            <a:endParaRPr sz="1700">
              <a:solidFill>
                <a:srgbClr val="181C23"/>
              </a:solidFill>
              <a:latin typeface="Ubuntu Light"/>
              <a:ea typeface="Ubuntu Light"/>
              <a:cs typeface="Ubuntu Light"/>
              <a:sym typeface="Ubuntu Light"/>
            </a:endParaRPr>
          </a:p>
        </p:txBody>
      </p:sp>
      <p:pic>
        <p:nvPicPr>
          <p:cNvPr id="29" name="Google Shape;29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 rot="10800000">
            <a:off x="3507151" y="4767018"/>
            <a:ext cx="5641001" cy="380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FFFBF0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691650" y="2017200"/>
            <a:ext cx="3370500" cy="45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8"/>
          <p:cNvSpPr txBox="1"/>
          <p:nvPr>
            <p:ph idx="2" type="title"/>
          </p:nvPr>
        </p:nvSpPr>
        <p:spPr>
          <a:xfrm>
            <a:off x="691650" y="2582150"/>
            <a:ext cx="3370500" cy="57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 txBox="1"/>
          <p:nvPr>
            <p:ph type="title"/>
          </p:nvPr>
        </p:nvSpPr>
        <p:spPr>
          <a:xfrm>
            <a:off x="683025" y="2071050"/>
            <a:ext cx="3921300" cy="10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 txBox="1"/>
          <p:nvPr>
            <p:ph type="title"/>
          </p:nvPr>
        </p:nvSpPr>
        <p:spPr>
          <a:xfrm>
            <a:off x="311700" y="3131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10"/>
          <p:cNvSpPr txBox="1"/>
          <p:nvPr>
            <p:ph idx="1" type="body"/>
          </p:nvPr>
        </p:nvSpPr>
        <p:spPr>
          <a:xfrm>
            <a:off x="311700" y="1511075"/>
            <a:ext cx="8520600" cy="305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10"/>
          <p:cNvSpPr txBox="1"/>
          <p:nvPr>
            <p:ph idx="2" type="subTitle"/>
          </p:nvPr>
        </p:nvSpPr>
        <p:spPr>
          <a:xfrm>
            <a:off x="311700" y="720025"/>
            <a:ext cx="5698800" cy="33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2" name="Google Shape;52;p11"/>
          <p:cNvCxnSpPr/>
          <p:nvPr/>
        </p:nvCxnSpPr>
        <p:spPr>
          <a:xfrm>
            <a:off x="522438" y="4858997"/>
            <a:ext cx="8281800" cy="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3" name="Google Shape;53;p11"/>
          <p:cNvSpPr/>
          <p:nvPr/>
        </p:nvSpPr>
        <p:spPr>
          <a:xfrm>
            <a:off x="388150" y="119625"/>
            <a:ext cx="2486100" cy="468300"/>
          </a:xfrm>
          <a:prstGeom prst="roundRect">
            <a:avLst>
              <a:gd fmla="val 3214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1"/>
          <p:cNvSpPr/>
          <p:nvPr/>
        </p:nvSpPr>
        <p:spPr>
          <a:xfrm>
            <a:off x="388150" y="817825"/>
            <a:ext cx="2486100" cy="468300"/>
          </a:xfrm>
          <a:prstGeom prst="roundRect">
            <a:avLst>
              <a:gd fmla="val 3214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1"/>
          <p:cNvSpPr/>
          <p:nvPr/>
        </p:nvSpPr>
        <p:spPr>
          <a:xfrm>
            <a:off x="210575" y="817825"/>
            <a:ext cx="468300" cy="4683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11"/>
          <p:cNvSpPr/>
          <p:nvPr/>
        </p:nvSpPr>
        <p:spPr>
          <a:xfrm>
            <a:off x="210575" y="119625"/>
            <a:ext cx="468300" cy="4683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1"/>
          <p:cNvSpPr/>
          <p:nvPr/>
        </p:nvSpPr>
        <p:spPr>
          <a:xfrm>
            <a:off x="2982850" y="119625"/>
            <a:ext cx="2486100" cy="468300"/>
          </a:xfrm>
          <a:prstGeom prst="roundRect">
            <a:avLst>
              <a:gd fmla="val 3214" name="adj"/>
            </a:avLst>
          </a:prstGeom>
          <a:gradFill>
            <a:gsLst>
              <a:gs pos="0">
                <a:schemeClr val="accent3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11"/>
          <p:cNvSpPr/>
          <p:nvPr/>
        </p:nvSpPr>
        <p:spPr>
          <a:xfrm>
            <a:off x="2982850" y="817825"/>
            <a:ext cx="2486100" cy="468300"/>
          </a:xfrm>
          <a:prstGeom prst="roundRect">
            <a:avLst>
              <a:gd fmla="val 3214" name="adj"/>
            </a:avLst>
          </a:prstGeom>
          <a:gradFill>
            <a:gsLst>
              <a:gs pos="0">
                <a:schemeClr val="accent4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11"/>
          <p:cNvSpPr/>
          <p:nvPr/>
        </p:nvSpPr>
        <p:spPr>
          <a:xfrm>
            <a:off x="666769" y="1674901"/>
            <a:ext cx="127544" cy="110466"/>
          </a:xfrm>
          <a:custGeom>
            <a:rect b="b" l="l" r="r" t="t"/>
            <a:pathLst>
              <a:path extrusionOk="0" h="78345" w="90457">
                <a:moveTo>
                  <a:pt x="45040" y="0"/>
                </a:moveTo>
                <a:lnTo>
                  <a:pt x="1" y="78345"/>
                </a:lnTo>
                <a:lnTo>
                  <a:pt x="90457" y="78345"/>
                </a:lnTo>
                <a:lnTo>
                  <a:pt x="45040" y="0"/>
                </a:lnTo>
                <a:close/>
              </a:path>
            </a:pathLst>
          </a:custGeom>
          <a:solidFill>
            <a:srgbClr val="A6F7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11"/>
          <p:cNvSpPr/>
          <p:nvPr/>
        </p:nvSpPr>
        <p:spPr>
          <a:xfrm>
            <a:off x="210573" y="1682849"/>
            <a:ext cx="128223" cy="111055"/>
          </a:xfrm>
          <a:custGeom>
            <a:rect b="b" l="l" r="r" t="t"/>
            <a:pathLst>
              <a:path extrusionOk="0" h="78346" w="90457">
                <a:moveTo>
                  <a:pt x="1" y="1"/>
                </a:moveTo>
                <a:lnTo>
                  <a:pt x="45040" y="78346"/>
                </a:lnTo>
                <a:lnTo>
                  <a:pt x="90457" y="1"/>
                </a:lnTo>
                <a:close/>
              </a:path>
            </a:pathLst>
          </a:custGeom>
          <a:solidFill>
            <a:srgbClr val="FF23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1"/>
          <p:cNvSpPr txBox="1"/>
          <p:nvPr/>
        </p:nvSpPr>
        <p:spPr>
          <a:xfrm>
            <a:off x="309813" y="1576813"/>
            <a:ext cx="322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rPr>
              <a:t>47</a:t>
            </a:r>
            <a:endParaRPr sz="900">
              <a:solidFill>
                <a:schemeClr val="dk1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62" name="Google Shape;62;p11"/>
          <p:cNvSpPr txBox="1"/>
          <p:nvPr/>
        </p:nvSpPr>
        <p:spPr>
          <a:xfrm>
            <a:off x="765075" y="1568575"/>
            <a:ext cx="322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rPr>
              <a:t>47</a:t>
            </a:r>
            <a:endParaRPr sz="900">
              <a:solidFill>
                <a:schemeClr val="dk1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63" name="Google Shape;63;p11"/>
          <p:cNvSpPr/>
          <p:nvPr/>
        </p:nvSpPr>
        <p:spPr>
          <a:xfrm>
            <a:off x="838592" y="4804770"/>
            <a:ext cx="108600" cy="108600"/>
          </a:xfrm>
          <a:prstGeom prst="ellipse">
            <a:avLst/>
          </a:prstGeom>
          <a:solidFill>
            <a:srgbClr val="2371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11"/>
          <p:cNvSpPr/>
          <p:nvPr/>
        </p:nvSpPr>
        <p:spPr>
          <a:xfrm>
            <a:off x="542050" y="4395476"/>
            <a:ext cx="701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000"/>
              <a:buFont typeface="Ubuntu"/>
              <a:buNone/>
            </a:pPr>
            <a:r>
              <a:rPr lang="pt-BR" sz="800">
                <a:solidFill>
                  <a:srgbClr val="181C23"/>
                </a:solidFill>
                <a:latin typeface="Ubuntu"/>
                <a:ea typeface="Ubuntu"/>
                <a:cs typeface="Ubuntu"/>
                <a:sym typeface="Ubuntu"/>
              </a:rPr>
              <a:t>Item XX de texto</a:t>
            </a:r>
            <a:endParaRPr b="0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11"/>
          <p:cNvSpPr/>
          <p:nvPr/>
        </p:nvSpPr>
        <p:spPr>
          <a:xfrm>
            <a:off x="2874251" y="4804749"/>
            <a:ext cx="108600" cy="108600"/>
          </a:xfrm>
          <a:prstGeom prst="ellipse">
            <a:avLst/>
          </a:prstGeom>
          <a:solidFill>
            <a:srgbClr val="2371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11"/>
          <p:cNvSpPr/>
          <p:nvPr/>
        </p:nvSpPr>
        <p:spPr>
          <a:xfrm>
            <a:off x="3692986" y="4804749"/>
            <a:ext cx="108600" cy="108600"/>
          </a:xfrm>
          <a:prstGeom prst="ellipse">
            <a:avLst/>
          </a:prstGeom>
          <a:solidFill>
            <a:srgbClr val="2371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1"/>
          <p:cNvSpPr/>
          <p:nvPr/>
        </p:nvSpPr>
        <p:spPr>
          <a:xfrm>
            <a:off x="5178661" y="4804749"/>
            <a:ext cx="108600" cy="108600"/>
          </a:xfrm>
          <a:prstGeom prst="ellipse">
            <a:avLst/>
          </a:prstGeom>
          <a:solidFill>
            <a:srgbClr val="2371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11"/>
          <p:cNvSpPr/>
          <p:nvPr/>
        </p:nvSpPr>
        <p:spPr>
          <a:xfrm>
            <a:off x="2414136" y="3921480"/>
            <a:ext cx="1213200" cy="10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210000"/>
              </a:lnSpc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000"/>
              <a:buFont typeface="Ubuntu"/>
              <a:buNone/>
            </a:pPr>
            <a:r>
              <a:rPr b="0" i="0" lang="pt-BR" sz="800" u="none" cap="none" strike="noStrike">
                <a:solidFill>
                  <a:srgbClr val="181C23"/>
                </a:solidFill>
                <a:latin typeface="Ubuntu"/>
                <a:ea typeface="Ubuntu"/>
                <a:cs typeface="Ubuntu"/>
                <a:sym typeface="Ubuntu"/>
              </a:rPr>
              <a:t>P</a:t>
            </a:r>
            <a:r>
              <a:rPr lang="pt-BR" sz="800">
                <a:solidFill>
                  <a:srgbClr val="181C23"/>
                </a:solidFill>
                <a:latin typeface="Ubuntu"/>
                <a:ea typeface="Ubuntu"/>
                <a:cs typeface="Ubuntu"/>
                <a:sym typeface="Ubuntu"/>
              </a:rPr>
              <a:t>onto Importante</a:t>
            </a:r>
            <a:endParaRPr b="0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11"/>
          <p:cNvSpPr/>
          <p:nvPr/>
        </p:nvSpPr>
        <p:spPr>
          <a:xfrm>
            <a:off x="7823278" y="3719950"/>
            <a:ext cx="727500" cy="2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000"/>
              <a:buFont typeface="Ubuntu"/>
              <a:buNone/>
            </a:pPr>
            <a:r>
              <a:rPr b="0" i="0" lang="pt-BR" sz="800" u="none" cap="none" strike="noStrike">
                <a:solidFill>
                  <a:srgbClr val="181C23"/>
                </a:solidFill>
                <a:latin typeface="Ubuntu"/>
                <a:ea typeface="Ubuntu"/>
                <a:cs typeface="Ubuntu"/>
                <a:sym typeface="Ubuntu"/>
              </a:rPr>
              <a:t>Encerramento</a:t>
            </a:r>
            <a:r>
              <a:rPr lang="pt-BR" sz="800">
                <a:solidFill>
                  <a:srgbClr val="181C23"/>
                </a:solidFill>
                <a:latin typeface="Ubuntu"/>
                <a:ea typeface="Ubuntu"/>
                <a:cs typeface="Ubuntu"/>
                <a:sym typeface="Ubuntu"/>
              </a:rPr>
              <a:t> da lista</a:t>
            </a:r>
            <a:endParaRPr b="0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11"/>
          <p:cNvSpPr/>
          <p:nvPr/>
        </p:nvSpPr>
        <p:spPr>
          <a:xfrm>
            <a:off x="4399850" y="4804749"/>
            <a:ext cx="108600" cy="108600"/>
          </a:xfrm>
          <a:prstGeom prst="ellipse">
            <a:avLst/>
          </a:prstGeom>
          <a:solidFill>
            <a:srgbClr val="2371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1"/>
          <p:cNvSpPr/>
          <p:nvPr/>
        </p:nvSpPr>
        <p:spPr>
          <a:xfrm>
            <a:off x="1679083" y="4804749"/>
            <a:ext cx="108600" cy="108600"/>
          </a:xfrm>
          <a:prstGeom prst="ellipse">
            <a:avLst/>
          </a:prstGeom>
          <a:solidFill>
            <a:srgbClr val="A6F7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1"/>
          <p:cNvSpPr/>
          <p:nvPr/>
        </p:nvSpPr>
        <p:spPr>
          <a:xfrm>
            <a:off x="5877390" y="4804749"/>
            <a:ext cx="108600" cy="108600"/>
          </a:xfrm>
          <a:prstGeom prst="ellipse">
            <a:avLst/>
          </a:prstGeom>
          <a:solidFill>
            <a:srgbClr val="A6F7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1"/>
          <p:cNvSpPr/>
          <p:nvPr/>
        </p:nvSpPr>
        <p:spPr>
          <a:xfrm>
            <a:off x="8037525" y="4804749"/>
            <a:ext cx="108600" cy="108600"/>
          </a:xfrm>
          <a:prstGeom prst="ellipse">
            <a:avLst/>
          </a:prstGeom>
          <a:solidFill>
            <a:srgbClr val="A6F7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1"/>
          <p:cNvSpPr/>
          <p:nvPr/>
        </p:nvSpPr>
        <p:spPr>
          <a:xfrm>
            <a:off x="6584124" y="4804749"/>
            <a:ext cx="108600" cy="108600"/>
          </a:xfrm>
          <a:prstGeom prst="ellipse">
            <a:avLst/>
          </a:prstGeom>
          <a:solidFill>
            <a:srgbClr val="2371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11"/>
          <p:cNvSpPr/>
          <p:nvPr/>
        </p:nvSpPr>
        <p:spPr>
          <a:xfrm>
            <a:off x="7328288" y="4804749"/>
            <a:ext cx="108600" cy="108600"/>
          </a:xfrm>
          <a:prstGeom prst="ellipse">
            <a:avLst/>
          </a:prstGeom>
          <a:solidFill>
            <a:srgbClr val="2371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1"/>
          <p:cNvSpPr/>
          <p:nvPr/>
        </p:nvSpPr>
        <p:spPr>
          <a:xfrm>
            <a:off x="1382525" y="4395476"/>
            <a:ext cx="701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"/>
              <a:buNone/>
            </a:pPr>
            <a:r>
              <a:rPr lang="pt-BR" sz="80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rPr>
              <a:t>Item XX de texto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000"/>
              <a:buFont typeface="Ubuntu"/>
              <a:buNone/>
            </a:pPr>
            <a:r>
              <a:t/>
            </a:r>
            <a:endParaRPr sz="800">
              <a:solidFill>
                <a:srgbClr val="181C23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77" name="Google Shape;77;p11"/>
          <p:cNvSpPr/>
          <p:nvPr/>
        </p:nvSpPr>
        <p:spPr>
          <a:xfrm>
            <a:off x="2577700" y="4395476"/>
            <a:ext cx="701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"/>
              <a:buNone/>
            </a:pPr>
            <a:r>
              <a:rPr lang="pt-BR" sz="80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rPr>
              <a:t>Item XX de texto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000"/>
              <a:buFont typeface="Ubuntu"/>
              <a:buNone/>
            </a:pPr>
            <a:r>
              <a:t/>
            </a:r>
            <a:endParaRPr sz="800">
              <a:solidFill>
                <a:srgbClr val="181C23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78" name="Google Shape;78;p11"/>
          <p:cNvSpPr/>
          <p:nvPr/>
        </p:nvSpPr>
        <p:spPr>
          <a:xfrm>
            <a:off x="3396425" y="4395476"/>
            <a:ext cx="701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"/>
              <a:buNone/>
            </a:pPr>
            <a:r>
              <a:rPr lang="pt-BR" sz="80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rPr>
              <a:t>Item XX de texto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000"/>
              <a:buFont typeface="Ubuntu"/>
              <a:buNone/>
            </a:pPr>
            <a:r>
              <a:t/>
            </a:r>
            <a:endParaRPr sz="800">
              <a:solidFill>
                <a:srgbClr val="181C23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79" name="Google Shape;79;p11"/>
          <p:cNvSpPr/>
          <p:nvPr/>
        </p:nvSpPr>
        <p:spPr>
          <a:xfrm>
            <a:off x="4103300" y="4395476"/>
            <a:ext cx="701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"/>
              <a:buNone/>
            </a:pPr>
            <a:r>
              <a:rPr lang="pt-BR" sz="80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rPr>
              <a:t>Item XX de texto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000"/>
              <a:buFont typeface="Ubuntu"/>
              <a:buNone/>
            </a:pPr>
            <a:r>
              <a:t/>
            </a:r>
            <a:endParaRPr sz="800">
              <a:solidFill>
                <a:srgbClr val="181C23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80" name="Google Shape;80;p11"/>
          <p:cNvSpPr/>
          <p:nvPr/>
        </p:nvSpPr>
        <p:spPr>
          <a:xfrm>
            <a:off x="4882100" y="4395476"/>
            <a:ext cx="701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"/>
              <a:buNone/>
            </a:pPr>
            <a:r>
              <a:rPr lang="pt-BR" sz="80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rPr>
              <a:t>Item XX de texto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000"/>
              <a:buFont typeface="Ubuntu"/>
              <a:buNone/>
            </a:pPr>
            <a:r>
              <a:t/>
            </a:r>
            <a:endParaRPr sz="800">
              <a:solidFill>
                <a:srgbClr val="181C23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81" name="Google Shape;81;p11"/>
          <p:cNvSpPr/>
          <p:nvPr/>
        </p:nvSpPr>
        <p:spPr>
          <a:xfrm>
            <a:off x="5561788" y="4395476"/>
            <a:ext cx="701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"/>
              <a:buNone/>
            </a:pPr>
            <a:r>
              <a:rPr lang="pt-BR" sz="80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rPr>
              <a:t>Item XX de texto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000"/>
              <a:buFont typeface="Ubuntu"/>
              <a:buNone/>
            </a:pPr>
            <a:r>
              <a:t/>
            </a:r>
            <a:endParaRPr sz="800">
              <a:solidFill>
                <a:srgbClr val="181C23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82" name="Google Shape;82;p11"/>
          <p:cNvSpPr/>
          <p:nvPr/>
        </p:nvSpPr>
        <p:spPr>
          <a:xfrm>
            <a:off x="6287563" y="4395476"/>
            <a:ext cx="701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"/>
              <a:buNone/>
            </a:pPr>
            <a:r>
              <a:rPr lang="pt-BR" sz="80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rPr>
              <a:t>Item XX de texto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000"/>
              <a:buFont typeface="Ubuntu"/>
              <a:buNone/>
            </a:pPr>
            <a:r>
              <a:t/>
            </a:r>
            <a:endParaRPr sz="800">
              <a:solidFill>
                <a:srgbClr val="181C23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83" name="Google Shape;83;p11"/>
          <p:cNvSpPr/>
          <p:nvPr/>
        </p:nvSpPr>
        <p:spPr>
          <a:xfrm>
            <a:off x="7001938" y="4395476"/>
            <a:ext cx="701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"/>
              <a:buNone/>
            </a:pPr>
            <a:r>
              <a:rPr lang="pt-BR" sz="80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rPr>
              <a:t>Item XX de texto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000"/>
              <a:buFont typeface="Ubuntu"/>
              <a:buNone/>
            </a:pPr>
            <a:r>
              <a:t/>
            </a:r>
            <a:endParaRPr sz="800">
              <a:solidFill>
                <a:srgbClr val="181C23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84" name="Google Shape;84;p11"/>
          <p:cNvSpPr/>
          <p:nvPr/>
        </p:nvSpPr>
        <p:spPr>
          <a:xfrm>
            <a:off x="7768588" y="4395476"/>
            <a:ext cx="701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Ubuntu"/>
              <a:buNone/>
            </a:pPr>
            <a:r>
              <a:rPr lang="pt-BR" sz="80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rPr>
              <a:t>Item XX de texto</a:t>
            </a:r>
            <a:endParaRPr sz="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000"/>
              <a:buFont typeface="Ubuntu"/>
              <a:buNone/>
            </a:pPr>
            <a:r>
              <a:t/>
            </a:r>
            <a:endParaRPr sz="800">
              <a:solidFill>
                <a:srgbClr val="181C23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cxnSp>
        <p:nvCxnSpPr>
          <p:cNvPr id="85" name="Google Shape;85;p11"/>
          <p:cNvCxnSpPr/>
          <p:nvPr/>
        </p:nvCxnSpPr>
        <p:spPr>
          <a:xfrm rot="10800000">
            <a:off x="2362050" y="3934125"/>
            <a:ext cx="0" cy="9333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86" name="Google Shape;86;p11"/>
          <p:cNvCxnSpPr/>
          <p:nvPr/>
        </p:nvCxnSpPr>
        <p:spPr>
          <a:xfrm rot="10800000">
            <a:off x="8570950" y="4032525"/>
            <a:ext cx="0" cy="8349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87" name="Google Shape;87;p11"/>
          <p:cNvSpPr/>
          <p:nvPr/>
        </p:nvSpPr>
        <p:spPr>
          <a:xfrm>
            <a:off x="236775" y="2336213"/>
            <a:ext cx="468300" cy="468300"/>
          </a:xfrm>
          <a:prstGeom prst="ellipse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1"/>
          <p:cNvSpPr txBox="1"/>
          <p:nvPr/>
        </p:nvSpPr>
        <p:spPr>
          <a:xfrm>
            <a:off x="309825" y="2377913"/>
            <a:ext cx="3222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solidFill>
                  <a:schemeClr val="lt2"/>
                </a:solidFill>
                <a:latin typeface="Ubuntu"/>
                <a:ea typeface="Ubuntu"/>
                <a:cs typeface="Ubuntu"/>
                <a:sym typeface="Ubuntu"/>
              </a:rPr>
              <a:t>1</a:t>
            </a:r>
            <a:endParaRPr sz="1300">
              <a:solidFill>
                <a:schemeClr val="lt2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89" name="Google Shape;89;p11"/>
          <p:cNvSpPr/>
          <p:nvPr/>
        </p:nvSpPr>
        <p:spPr>
          <a:xfrm>
            <a:off x="790350" y="2336213"/>
            <a:ext cx="468300" cy="468300"/>
          </a:xfrm>
          <a:prstGeom prst="ellipse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1"/>
          <p:cNvSpPr txBox="1"/>
          <p:nvPr/>
        </p:nvSpPr>
        <p:spPr>
          <a:xfrm>
            <a:off x="863400" y="2377913"/>
            <a:ext cx="3222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solidFill>
                  <a:schemeClr val="lt2"/>
                </a:solidFill>
                <a:latin typeface="Ubuntu"/>
                <a:ea typeface="Ubuntu"/>
                <a:cs typeface="Ubuntu"/>
                <a:sym typeface="Ubuntu"/>
              </a:rPr>
              <a:t>2</a:t>
            </a:r>
            <a:endParaRPr sz="1300">
              <a:solidFill>
                <a:schemeClr val="lt2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91" name="Google Shape;91;p11"/>
          <p:cNvSpPr/>
          <p:nvPr/>
        </p:nvSpPr>
        <p:spPr>
          <a:xfrm>
            <a:off x="1327675" y="2336213"/>
            <a:ext cx="468300" cy="468300"/>
          </a:xfrm>
          <a:prstGeom prst="ellipse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1"/>
          <p:cNvSpPr txBox="1"/>
          <p:nvPr/>
        </p:nvSpPr>
        <p:spPr>
          <a:xfrm>
            <a:off x="1400725" y="2377913"/>
            <a:ext cx="3222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solidFill>
                  <a:schemeClr val="lt2"/>
                </a:solidFill>
                <a:latin typeface="Ubuntu"/>
                <a:ea typeface="Ubuntu"/>
                <a:cs typeface="Ubuntu"/>
                <a:sym typeface="Ubuntu"/>
              </a:rPr>
              <a:t>3</a:t>
            </a:r>
            <a:endParaRPr sz="1300">
              <a:solidFill>
                <a:schemeClr val="lt2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93" name="Google Shape;93;p11"/>
          <p:cNvSpPr/>
          <p:nvPr/>
        </p:nvSpPr>
        <p:spPr>
          <a:xfrm>
            <a:off x="1881275" y="2336213"/>
            <a:ext cx="468300" cy="468300"/>
          </a:xfrm>
          <a:prstGeom prst="ellipse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1"/>
          <p:cNvSpPr txBox="1"/>
          <p:nvPr/>
        </p:nvSpPr>
        <p:spPr>
          <a:xfrm>
            <a:off x="1954325" y="2377913"/>
            <a:ext cx="3222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solidFill>
                  <a:schemeClr val="lt2"/>
                </a:solidFill>
                <a:latin typeface="Ubuntu"/>
                <a:ea typeface="Ubuntu"/>
                <a:cs typeface="Ubuntu"/>
                <a:sym typeface="Ubuntu"/>
              </a:rPr>
              <a:t>4</a:t>
            </a:r>
            <a:endParaRPr sz="1300">
              <a:solidFill>
                <a:schemeClr val="lt2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95" name="Google Shape;95;p11"/>
          <p:cNvSpPr/>
          <p:nvPr/>
        </p:nvSpPr>
        <p:spPr>
          <a:xfrm>
            <a:off x="236775" y="2960950"/>
            <a:ext cx="468300" cy="468300"/>
          </a:xfrm>
          <a:prstGeom prst="ellipse">
            <a:avLst/>
          </a:prstGeom>
          <a:noFill/>
          <a:ln cap="flat" cmpd="sng" w="9525">
            <a:solidFill>
              <a:srgbClr val="2371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1"/>
          <p:cNvSpPr txBox="1"/>
          <p:nvPr/>
        </p:nvSpPr>
        <p:spPr>
          <a:xfrm>
            <a:off x="309825" y="3002650"/>
            <a:ext cx="3222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solidFill>
                  <a:srgbClr val="2371FF"/>
                </a:solidFill>
                <a:latin typeface="Ubuntu"/>
                <a:ea typeface="Ubuntu"/>
                <a:cs typeface="Ubuntu"/>
                <a:sym typeface="Ubuntu"/>
              </a:rPr>
              <a:t>1</a:t>
            </a:r>
            <a:endParaRPr sz="1300">
              <a:solidFill>
                <a:srgbClr val="2371FF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97" name="Google Shape;97;p11"/>
          <p:cNvSpPr/>
          <p:nvPr/>
        </p:nvSpPr>
        <p:spPr>
          <a:xfrm>
            <a:off x="790350" y="2960950"/>
            <a:ext cx="468300" cy="468300"/>
          </a:xfrm>
          <a:prstGeom prst="ellipse">
            <a:avLst/>
          </a:prstGeom>
          <a:noFill/>
          <a:ln cap="flat" cmpd="sng" w="9525">
            <a:solidFill>
              <a:srgbClr val="2371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1"/>
          <p:cNvSpPr txBox="1"/>
          <p:nvPr/>
        </p:nvSpPr>
        <p:spPr>
          <a:xfrm>
            <a:off x="863400" y="3002650"/>
            <a:ext cx="3222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solidFill>
                  <a:srgbClr val="2371FF"/>
                </a:solidFill>
                <a:latin typeface="Ubuntu"/>
                <a:ea typeface="Ubuntu"/>
                <a:cs typeface="Ubuntu"/>
                <a:sym typeface="Ubuntu"/>
              </a:rPr>
              <a:t>2</a:t>
            </a:r>
            <a:endParaRPr sz="1300">
              <a:solidFill>
                <a:srgbClr val="2371FF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99" name="Google Shape;99;p11"/>
          <p:cNvSpPr/>
          <p:nvPr/>
        </p:nvSpPr>
        <p:spPr>
          <a:xfrm>
            <a:off x="1327675" y="2960950"/>
            <a:ext cx="468300" cy="468300"/>
          </a:xfrm>
          <a:prstGeom prst="ellipse">
            <a:avLst/>
          </a:prstGeom>
          <a:noFill/>
          <a:ln cap="flat" cmpd="sng" w="9525">
            <a:solidFill>
              <a:srgbClr val="2371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11"/>
          <p:cNvSpPr txBox="1"/>
          <p:nvPr/>
        </p:nvSpPr>
        <p:spPr>
          <a:xfrm>
            <a:off x="1400725" y="3002650"/>
            <a:ext cx="3222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solidFill>
                  <a:srgbClr val="2371FF"/>
                </a:solidFill>
                <a:latin typeface="Ubuntu"/>
                <a:ea typeface="Ubuntu"/>
                <a:cs typeface="Ubuntu"/>
                <a:sym typeface="Ubuntu"/>
              </a:rPr>
              <a:t>3</a:t>
            </a:r>
            <a:endParaRPr sz="1300">
              <a:solidFill>
                <a:srgbClr val="2371FF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101" name="Google Shape;101;p11"/>
          <p:cNvSpPr/>
          <p:nvPr/>
        </p:nvSpPr>
        <p:spPr>
          <a:xfrm>
            <a:off x="1881275" y="2960950"/>
            <a:ext cx="468300" cy="468300"/>
          </a:xfrm>
          <a:prstGeom prst="ellipse">
            <a:avLst/>
          </a:prstGeom>
          <a:noFill/>
          <a:ln cap="flat" cmpd="sng" w="9525">
            <a:solidFill>
              <a:srgbClr val="2371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1"/>
          <p:cNvSpPr txBox="1"/>
          <p:nvPr/>
        </p:nvSpPr>
        <p:spPr>
          <a:xfrm>
            <a:off x="1954325" y="3002650"/>
            <a:ext cx="3222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solidFill>
                  <a:srgbClr val="2371FF"/>
                </a:solidFill>
                <a:latin typeface="Ubuntu"/>
                <a:ea typeface="Ubuntu"/>
                <a:cs typeface="Ubuntu"/>
                <a:sym typeface="Ubuntu"/>
              </a:rPr>
              <a:t>4</a:t>
            </a:r>
            <a:endParaRPr sz="1300">
              <a:solidFill>
                <a:srgbClr val="2371FF"/>
              </a:solidFill>
              <a:latin typeface="Ubuntu"/>
              <a:ea typeface="Ubuntu"/>
              <a:cs typeface="Ubuntu"/>
              <a:sym typeface="Ubuntu"/>
            </a:endParaRPr>
          </a:p>
        </p:txBody>
      </p:sp>
      <p:sp>
        <p:nvSpPr>
          <p:cNvPr id="103" name="Google Shape;103;p11"/>
          <p:cNvSpPr txBox="1"/>
          <p:nvPr/>
        </p:nvSpPr>
        <p:spPr>
          <a:xfrm>
            <a:off x="1258650" y="1516013"/>
            <a:ext cx="4437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solidFill>
                  <a:srgbClr val="181C23"/>
                </a:solidFill>
                <a:latin typeface="Fira Code"/>
                <a:ea typeface="Fira Code"/>
                <a:cs typeface="Fira Code"/>
                <a:sym typeface="Fira Code"/>
              </a:rPr>
              <a:t>-&gt;</a:t>
            </a:r>
            <a:endParaRPr sz="1300">
              <a:solidFill>
                <a:srgbClr val="181C23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181C23"/>
      </a:dk1>
      <a:lt1>
        <a:srgbClr val="FFFDF8"/>
      </a:lt1>
      <a:dk2>
        <a:srgbClr val="2371FF"/>
      </a:dk2>
      <a:lt2>
        <a:srgbClr val="50E550"/>
      </a:lt2>
      <a:accent1>
        <a:srgbClr val="DAF9DA"/>
      </a:accent1>
      <a:accent2>
        <a:srgbClr val="2371FF"/>
      </a:accent2>
      <a:accent3>
        <a:srgbClr val="DAF9DA"/>
      </a:accent3>
      <a:accent4>
        <a:srgbClr val="ECEDF3"/>
      </a:accent4>
      <a:accent5>
        <a:srgbClr val="C4D2F8"/>
      </a:accent5>
      <a:accent6>
        <a:srgbClr val="9DF09D"/>
      </a:accent6>
      <a:hlink>
        <a:srgbClr val="2371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