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Abertura da Aula 05: Análise de SBOM e Gestão de Dependências.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Retome o SBOM da Aula 4: gerar é metade. Hoje o valor surge quando uma plataforma correlaciona componentes com bases de vulnerabilidade e dispara correções.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Enfatize o ciclo: a saída (novo build) realimenta a entrada (novo SBOM). De esforço reativo para processo preventivo.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CVSS mede severidade técnica; EPSS mede probabilidade de exploração. Priorização boa combina os dois com contexto da aplicação.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Mostre o docker-compose (apiserver + frontend). Reforce: API key em secret do CI. DefectDojo consolida findings de várias ferramentas (SAST, DAST, SCA) em uma visão única.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Policy no Dependency-Track = condição + ação. Discuta exceções com prazo: aceitar risco é decisão documentada, não ausência de decisão.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Leia o comando: lookup do projeto, lista de violações, filtro por FAIL, exit 1. É o mesmo padrão de gate das Aulas 1–3, agora alimentado pelo SBOM.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Descobrir é metade; atualizar sem quebrar é a outra. Mostre o exemplo de automerge para patch/minor e aprovação manual para major.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OWASP Top 10 for LLM recomenda tratar modelos como dependências: procedência, hash e licença no SBOM. Lockfiles com hash (poetry, pipenv) são preferíveis a requirements.txt solto.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75 min</a:t>
            </a:r>
          </a:p>
          <a:p/>
          <a:p>
            <a:r>
              <a:t>O backend demora alguns minutos para inicializar — use o tempo para a discussão de policies. API key só em variável de ambiente.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5 min</a:t>
            </a:r>
          </a:p>
          <a:p/>
          <a:p>
            <a:r>
              <a:t>Pergunta: CVSS basta para priorizar? Não — EPSS e contexto. Ponte: Aula 6 olha a cadeia pelos olhos do atacante.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Sugira a leitura prévia dos casos SolarWinds e XZ Utils no material.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05  ·  Segunda, 26/10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Análise de SBOM e Gestão de Dependências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descobrir em minutos se você é afetado por uma nova CVE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Seg 26/10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PROBLEMA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Log4Shell em segundos ou em dias?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Gestão imatura: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dias de grep em repositórios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Gestão madura: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dashboard lista apps afetadas e versões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 diferença: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não são os engenheiros, é a infraestrutura de governança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Hoje: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transformar inventário em decisão e remediação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Ter a lista de ingredientes é o primeiro passo; o que salva é o sistema que cruza o recall com todos os produtos e já aciona a retirada.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CICLO FECHADO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Gestão contínua de dependências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SBOM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Gerado em cada build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5382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82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1382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382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382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Dependency-Track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82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Correlaciona PURLs com NVD, OSV, GitHub Advisory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4594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9594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0594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94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94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Policy / alerta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94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FAIL para CVE crítica; Slack, Jira, webhook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3806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8806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9806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806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806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PR automático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806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Dependabot ou Renovate propõem a correção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3018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8018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9018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018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018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Pipeline valida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018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Testes + políticas Rego; merge; novo SBOM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FONTES DE VERDADE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Bases de vulnerabilidade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NVD (NIST):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CVEs com pontuação CVSS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8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38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5361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OSV (Google):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vulnerabilidades por ecossistema open source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99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99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96108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GitHub Advisory Database: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CVEs e advisories de pacotes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59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59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56855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EPSS (FIRST):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probabilidade real de exploração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420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420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417602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Combinação: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NVD + OSV + GHSA cobrem quase todo o espaço relevante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DEPENDENCY-TRACK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Ingestão via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Cada projeto é uma aplicação ou componente; autoCreate cria na primeira ingestão: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export DT_URL="http://localhost:8081"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export DT_KEY="&lt;api-key em variável, nunca no Git&gt;"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curl -X POST "${DT_URL}/api/v1/bom"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-H "X-Api-Key: ${DT_KEY}"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-F "autoCreate=true"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-F "projectName=minha-api"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-F "projectVersion=1.2.3"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-F "bom=@sbom.cdx.json"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Em segundos: componentes, CVEs e licenças no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Políticas de aceite e risco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Sem CVE crítica: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Severity == CRITICAL → FAIL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CVE alta envelhecida: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HIGH e Age &gt; 30 dias → FAIL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Licença proibida: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GPL-3.0, AGPL-3.0 → FAIL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Componente desatualizado: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última versão há &gt; 2 anos → WARN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Ações: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FAIL alerta e bloqueia; WARN avisa; INFO registra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É o regulamento do porto: carga com contrabando não desembarca (FAIL), carga com documentação vencida recebe aviso (WARN), o resto só é registrado.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Bloqueando o pipeline pela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Consulta violações FAIL do projeto e falha o build: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PROJECT_UUID=$(curl -s -H "X-Api-Key: ${DT_KEY}"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"${DT_URL}/api/v1/project/lookup?name=lab-node14&amp;version=baseline"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| jq -r .uuid)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VIOLATIONS=$(curl -s -H "X-Api-Key: ${DT_KEY}"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"${DT_URL}/api/v1/violation/project/${PROJECT_UUID}"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| jq '[.[] | select(.policyCondition.policy.violationState == "FAIL")]'\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| jq length)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echo "Violações: $VIOLATIONS"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test "$VIOLATIONS" -eq 0 || { echo "Pipeline bloqueado"; exit 1;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REMEDIAÇÃO AUTOMATIZADA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Dependabot vs. Renovate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Dependabot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Nativo no GitHub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Config YAML simples (.github/dependabot.yml)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20+ ecossistemas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Agrupamento e automerge configuráveis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Renovate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GitHub, GitLab, Bitbucket, Azure DevOps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JSON com regras granulares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90+ ecossistemas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Automerge por tipo (patch/minor) e 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PYTHON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pip-audit e dependências de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Ecossistema científico tem particularidades — e modelos são dependências de primeira classe: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pip install pip-audit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pip-audit --strict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Found 2 known vulnerabilities in 2 packages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requests  2.25.0  GHSA-j8r2-6x86-q33q  Fix: 2.31.0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DF8"/>
                </a:solidFill>
                <a:latin typeface="Consolas"/>
              </a:rPr>
              <a:t>&gt; urllib3   1.26.5  GHSA-v845-jxx5-vc9f  Fix: 1.26.18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Dependências de IA que escapam do SCA tradicional: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 pesos (.safetensors) → hash + assinatura + fonte verificada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 datasets → SBOM estendido + hash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 frameworks (PyTorch, TF) → SCA tradicional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do SBOM ao gate de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Subir: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Dependency-Track via Docker Compose; trocar senha; gerar API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Gerar e enviar: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syft node:14-alpine → POST /api/v1/bom (lab-node14)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Observar: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vulnerabilidades correlacionadas no projeto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Policy: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Severity is CRITICAL → FAIL; ver violações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Gate: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script via API retorna exit 1; opcional: Dependabot e pip-audit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SBOM, evidência da ingestão, policy configurada e saída do gate. Runbook: labs/Aula_05_Runbook.md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Dependency-Track ingere SBOMs e correlaciona PURLs com NVD, OSV e GitHub Advisory.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Policies (severidade, idade, licença) viram gate via API — descoberta sem remediação é só visibilidade.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Dependabot e Renovate fecham o ciclo com PRs automáticos validados pelo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Python e IA: lockfiles com hash, pip-audit e modelos como dependências de primeira classe.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Análise de SBOM e Gestão de Dependências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Supply Chain Security — Ataques e Frameworks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