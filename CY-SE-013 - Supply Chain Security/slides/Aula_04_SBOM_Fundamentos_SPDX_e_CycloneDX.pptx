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Abertura da Aula 04: SBOM: Fundamentos, SPDX e CycloneDX.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Use a pergunta 'como sua equipe responderia hoje a uma nova CVE?' como gancho. Tempo de resposta é proporcional à qualidade do inventário.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Mostre que o SBOM nasce no build e é consumido até a operação. OWASP A03 — Software Supply Chain Failures — é o tema central desta e das próximas duas aulas.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Cite os motores regulatórios: Executive Order 14028 (EUA) e o EU Cyber Resilience Act. Além de compliance, há valor operacional direto.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Não é escolha binária: muitas organizações geram nos dois. SPDX para o jurídico, CycloneDX para a operação de segurança.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PURL é a chave que plataformas usam para consultar OSV, NVD e GitHub Advisory. Sem PURL, não há correlação automática.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Cite cdxgen (OWASP) e microsoft/sbom-tool como alternativas. Mostre o jq como forma rápida de inspecionar antes de ir para uma plataforma.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O SBOM precisa acompanhar o release: mesmo commit, mesma imagem. Na Aula 7 ele será anexado à imagem como atestação assinada.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Fecha o ciclo com as Aulas 1–3: a mesma linguagem valida Dockerfile, Kubernetes e SBOM. Mencione AIBOM/ML-BOM: modelos e datasets também entram no inventário (CycloneDX 1.5).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75 min</a:t>
            </a:r>
          </a:p>
          <a:p/>
          <a:p>
            <a:r>
              <a:t>Diferenças de contagem entre formatos e ferramentas são normais — discuta, não trate como erro. Guarde os SBOMs: a Aula 5 os ingere no Dependency-Track.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5 min</a:t>
            </a:r>
          </a:p>
          <a:p/>
          <a:p>
            <a:r>
              <a:t>Pergunta de fechamento: SBOM é inventário ou scanner? Inventário. A correlação com risco é a próxima aula.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Peça Docker Compose funcionando para subir o Dependency-Track na próxima aula.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04  ·  Sexta, 23/10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SBOM: Fundamentos, SPDX e CycloneDX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Você sabe exatamente quais componentes compõem seu software?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Sex 23/10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03/11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PROBLEMA GERADOR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Dezembro de 2021: "nós usamos Log4j?"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 pergunta: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em quais aplicações? em quais versões?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Sem inventário: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dias de grep em repositórios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Com SBOM: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resposta em segundos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Custo da lentidão: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incidentes, exposição e remediação emergencial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SBOM é a lista de ingredientes do rótulo. Quando sai um recall de um ingrediente, quem tem rótulo sabe na hora quais produtos tirar da prateleira.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ONDE O SBOM VIVE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O inventário acompanha cada elo da cadeia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1700" y="1976089"/>
            <a:ext cx="4394712" cy="2317469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pply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036089"/>
            <a:ext cx="4274712" cy="21974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Segoe UI"/>
              </a:rPr>
              <a:t>Fonte: clavis.com.br — Ameaças à cadeia de software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Dependências: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typosquatting, CVEs → SCA + SBOM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Build: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SBOM gerado junto com o artefato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Armazenamento: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SBOM anexado à imagem no registry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Operação: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novas CVEs cruzadas com SBOM continuamente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DEFINIÇÃO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Os 7 elementos mínimos (NTIA)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Fornecedor: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quem criou ou distribui o componente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Nome e versão: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identificação exata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Identificador único: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PURL, CPE ou SWID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Relações de dependência: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quem depende de quem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Autor e timestamp: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quem gerou o SBOM e quando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É uma nota fiscal do software: cada item, sua origem, seu código de barras e a data da emissão.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DOIS FORMATOS ABERTOS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SPDX vs. CycloneDX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Segoe UI Semibold"/>
              </a:rPr>
              <a:t>SPDX — Linux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Criado em 2010 · ISO/IEC 5962:2021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Foco original: licenças e compliance legal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JSON, YAML, RDF, tag-value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Forte em auditoria jurídica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Segoe UI Semibold"/>
              </a:rPr>
              <a:t>CycloneDX — OWASP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Criado em 2017 · ECMA TC54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Foco original: segurança e SCA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JSON, XML, Protobuf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VEX nativo, ML-BOM, atestações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IDENTIFICADOR UNIVERSAL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PURL: o ponto de correlação com CVEs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pkg:&lt;type&gt;/&lt;namespace&gt;/&lt;name&gt;@&lt;version&gt; — o mesmo em SPDX e CycloneDX: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pkg:npm/express@4.19.2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pkg:pypi/django@5.0.6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pkg:maven/org.apache.logging.log4j/log4j-core@2.17.1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pkg:docker/nginx@1.27.0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pkg:golang/github.com/gin-gonic/gin@v1.10.0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Trecho CycloneDX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{ "type": "library", "name": "express", "version": "4.19.2",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"purl": "pkg:npm/express@4.19.2",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"licenses": [{"license": {"id": "MIT"}}],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"hashes": [{"alg": "SHA-256", "content": "a1b2c3..."}]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Gerando SBOM com Syft e Trivy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Syft detecta npm, pip, maven, go, apk, deb, rpm… automaticamente: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Syft — imagem Docker, nos dois formatos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syft nginx:1.27.0 -o cyclonedx-json=nginx.cdx.json -o spdx-json=nginx.spdx.json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Syft — diretório local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syft dir:./minha-app -o spdx-json &gt; app.spdx.json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Trivy — SBOM e vulnerabilidades em um passo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trivy image --format cyclonedx --output nginx.cdx.json nginx:1.27.0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Inspecionar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jq '.components | length' nginx.cdx.json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jq -r '.components[].licenses[]?.license.id' nginx.cdx.json | sort -u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SBOM como artefato obrigatório do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Gerado no build e versionado junto com a imagem: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- name: Build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run: docker build -t minha-api:${{ github.sha }} .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- name: SBOM (CycloneDX)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uses: anchore/sbom-action@v0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with: { image: minha-api:${{ github.sha }}, format: cyclonedx-json, output-file: sbom.cdx.json 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- name: SBOM (SPDX)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uses: anchore/sbom-action@v0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with: { image: minha-api:${{ github.sha }}, format: spdx-json, output-file: sbom.spdx.json 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- uses: actions/upload-artifact@v4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  with: { name: sboms, path: sbom.*.json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CONECTANDO COM POLICY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Política Rego sobre o próprio SBOM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Validar o inventário antes de aceitar o artefato: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package main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forbidden := {"GPL-3.0-only", "AGPL-3.0-only"}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c := input.components[_]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lic := c.licenses[_].license.id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forbidden[lic]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msg := sprintf("'%v' com licença não permitida: %v.", [c.name, lic])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c := input.components[_]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not c.purl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msg := sprintf("'%v' sem PURL.", [c.name])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A707D"/>
                </a:solidFill>
                <a:latin typeface="Consolas"/>
              </a:rPr>
              <a:t># conftest test sbom.cdx.json --policy policies/sbom/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Laboratório: gerar e analisar SBOMs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Gerar: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nginx.cdx.json e nginx.spdx.json com Syft; repetir com Trivy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Inspecionar: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contar componentes, listar versões e licenças com jq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Comparar: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campos de um componente em SPDX vs. CycloneDX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Validar: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política Rego de licença + PURL via Conftest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Automatizar: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Makefile com sbom-cdx, sbom-spdx e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Dois SBOMs, consultas jq e política de validação com resultado. Runbook: labs/Aula_04_Runbook.md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SBOM é o inventário legível por máquina: fornecedor, versão, PURL, relações, autor, timestamp.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SPDX (ISO, licenças) e CycloneDX (OWASP, segurança, VEX, ML-BOM) são complementares.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Syft e Trivy geram SBOM no build; o artefato acompanha o release.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Policy as Code valida o SBOM: licenças proibidas e componentes sem PURL.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SBOM: Fundamentos, SPDX e CycloneDX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Próxima aula: Análise de SBOM e Gestão de Dependências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