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30"/>
    <p:sldId id="263" r:id="rId31"/>
    <p:sldId id="264" r:id="rId32"/>
    <p:sldId id="265" r:id="rId33"/>
    <p:sldId id="266" r:id="rId34"/>
    <p:sldId id="267" r:id="rId35"/>
    <p:sldId id="268" r:id="rId36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/>
          <a:p>
            <a:r>
              <a:t>Abertura da Aula 06: Supply Chain Security: Ataques e Frameworks. Apresente o tema, a pergunta geradora e situe a aula na progressão do módulo. Confirme que os laboratórios da aula anterior foram concluídos.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/>
          <a:p>
            <a:r>
              <a:t>Mostre onde estamos no cronograma (card escuro). Lembre os próximos encontros e, na Aula 7, avise que não há aula em 02/11 (Finados). O último encontro, 06/11, é dedicado às apresentações e rubricas.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/>
          <a:p>
            <a:r>
              <a:t>Relembre os combinados da turma rapidamente: câmeras ligadas, pontualidade, participação e mão levantada para dúvidas. Informe o horário do intervalo de 15 minutos.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Use o modelo SLSA de três fases. Cada fase tem uma fronteira de confiança; sem isolamento, um comprometimento intermediário chega à produção sem rastro.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12 min</a:t>
            </a:r>
          </a:p>
          <a:p/>
          <a:p>
            <a:r>
              <a:t>Para cada vetor, peça a mitigação: lockfile com hash, scope privado + registry autenticado, ignore-scripts, build efêmero com atestação, chave de cache com hash do lockfile.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15 min</a:t>
            </a:r>
          </a:p>
          <a:p/>
          <a:p>
            <a:r>
              <a:t>Extraia a lição defensiva de cada caso: build reprodutível e atestação (SolarWinds), hash de scripts de bootstrap (Codecov), 2FA e assinaturas (ua-parser-js), build do Git e não do tarball (XZ). Cite Kaseya e NotPetya como ataques em cascata.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12 min</a:t>
            </a:r>
          </a:p>
          <a:p/>
          <a:p>
            <a:r>
              <a:t>SLSA (lê-se 'salsa', OpenSSF) é incremental. Mapa de ameaças: dependência maliciosa → materials no L1; build poisoning → ambiente efêmero no L2; falsificação → chave isolada no L3.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SSDF organiza controles existentes em uma estrutura auditável; é a base do mapeamento de compliance da Aula 8.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Explique cada linha e o vetor que fecha. Equivalente Python: pip-compile --generate-hashes + pip install --require-hashes. Docker: FROM pinado por @sha256.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/>
          <a:p>
            <a:r>
              <a:t>ML-BOM (CycloneDX) inventaria modelos, datasets e parâmetros. Não prometa que SBOM detecta poisoning — ele dá rastreabilidade; a detecção exige validação comportamental.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70 min</a:t>
            </a:r>
          </a:p>
          <a:p/>
          <a:p>
            <a:r>
              <a:t>Metade discussão, metade técnica. Exija uma evidência por mitigação: hash, assinatura e isolamento respondem a perguntas diferentes.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5 min</a:t>
            </a:r>
          </a:p>
          <a:p/>
          <a:p>
            <a:r>
              <a:t>Pergunta: qual elo tem mais privilégio no seu pipeline? Ponte: Aula 7 prova integridade e origem com Cosign e Sigstore.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/>
          <a:p>
            <a:r>
              <a:t>Peça Cosign e um registry local (docker run registry:2) prontos para a próxima aula.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000" y="2743500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560000"/>
            <a:ext cx="24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 i="0">
                <a:solidFill>
                  <a:srgbClr val="A6F750"/>
                </a:solidFill>
                <a:latin typeface="Segoe UI Light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80000"/>
            <a:ext cx="6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371FF"/>
                </a:solidFill>
                <a:latin typeface="Segoe UI Semibold"/>
              </a:rPr>
              <a:t>AULA 06  ·  Terça, 27/10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60000"/>
            <a:ext cx="66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81C23"/>
                </a:solidFill>
                <a:latin typeface="Segoe UI Semibold"/>
              </a:rPr>
              <a:t>Supply Chain Security: Ataques e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Segoe UI Light"/>
              </a:rPr>
              <a:t>Como um atacante compromete seu produto sem tocar no seu código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Segoe UI"/>
              </a:rPr>
              <a:t>Módulo · CY-SE-013 - Supply Chain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16/10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Policy as Code e Compliance Automatizado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19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19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Seg 19/10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Linguagem Rego e Escrita de Políticas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21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1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20/10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Enforcement: OPA Gatekeeper e Admission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23/10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SBOM: Fundamentos, SPDX e CycloneDX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19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19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Seg 26/10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Análise de SBOM e Gestão de Dependências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92100" y="2621932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21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6F750"/>
                </a:solidFill>
                <a:latin typeface="Segoe UI Semibold"/>
              </a:rPr>
              <a:t>Ter 27/10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21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DF8"/>
                </a:solidFill>
                <a:latin typeface="Segoe UI"/>
              </a:rPr>
              <a:t>Supply Chain Security: Ataques e Frameworks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30/10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Integridade e Procedência de Artefatos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19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03/11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9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Compliance Contínuo, Auditoria e Projeto Final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21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06/11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1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Concluir atividades e preencher rubricas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Supply Chain Security: Ataques e Frameworks | Everton J Benedicto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Segoe UI Semibold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Segoe UI Semibold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00" y="2446148"/>
            <a:ext cx="2839028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Câmera ligada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+ mão levantada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6F750"/>
                </a:solidFill>
                <a:latin typeface="Segoe UI Semibold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00" y="4273500"/>
            <a:ext cx="2839028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81C23"/>
                </a:solidFill>
                <a:latin typeface="Segoe UI Semibold"/>
              </a:rPr>
              <a:t>INTERVALO · 15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Supply Chain Security: Ataques e Frameworks |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MODELO DE AMEAÇA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Três fases, três fronteiras de confiança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1700" y="1976089"/>
            <a:ext cx="4394712" cy="2317469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upply-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036089"/>
            <a:ext cx="4274712" cy="21974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Segoe UI"/>
              </a:rPr>
              <a:t>Fonte: clavis.com.br — Ameaças à cadeia de software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76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86412" y="176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Origem (Source):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commit malicioso, credenciais vazadas, branch sem proteção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0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6412" y="240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Build: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typosquatting, dependency confusion, build poisoning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04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6412" y="304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Distribuição: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artefato substituído, downgrade, chave roubada, mirror malicioso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68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6412" y="368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Confiança transitiva: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você confia em toda a infraestrutura que produziu o pacote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Supply Chain Security: Ataques e Frameworks |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FASE DE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Vetores que exploram dependências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Typosquatting: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reqests, urllib, colorz — erro de digitação no install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7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17361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14361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Dependency confusion: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pacote público com nome do pacote interno e versão maior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57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57108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54108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Pacote malicioso: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postinstall que exfiltra variáveis de ambiente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96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296855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93855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Build poisoning: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toolchain ou plugin do CI injeta código na compilação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336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700" y="336602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33602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Cache envenenado: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chave previsível + ACL fraca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Dependency confusion é como um entregador que, vendo dois 'João Silva' no prédio, entrega para o que gritar mais alto — o instalador pega a versão 'mais nova', mesmo sendo do atacante.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Supply Chain Security: Ataques e Frameworks | Everton J Benedicto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ESTUDOS DE 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Quatro ataques, quatro lições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SolarWinds / SUNBURST (2020):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MSBuild injetava DLL; artefato saía assinado. 18 mil organizações.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Codecov (2021):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bash uploader exfiltrou secrets de CI por 73 dias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ua-parser-js (2021):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conta npm sequestrada; 8 mi downloads/semana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XZ Utils (2024):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2 anos de confiança construída; backdoor no sshd via tarball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XZ Utils é o 'funcionário exemplar' que passa dois anos ganhando confiança para, um dia, deixar a porta dos fundos aberta — e só foi pego porque alguém notou 500 ms a mais no login.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Supply Chain Security: Ataques e Frameworks |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FRAMEWORK DE MATURIDADE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SLSA — Build 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170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170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700" y="2326148"/>
            <a:ext cx="158015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L1 · Provenance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700" y="2836148"/>
            <a:ext cx="180015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Build gera atestação de procedência (pode ser não assinada)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0185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5185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6185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185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1850" y="2326148"/>
            <a:ext cx="158015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L2 · Assinada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1850" y="2836148"/>
            <a:ext cx="180015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Builder hospedado assina a atestação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44200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9200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0200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0200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2000" y="2326148"/>
            <a:ext cx="158015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L3 · Não falsificável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2000" y="2836148"/>
            <a:ext cx="180015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Builds isolados; agente não forja atestações de outros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68215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3215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4215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4215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2150" y="2326148"/>
            <a:ext cx="158015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L4 · Reprodutível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2150" y="2836148"/>
            <a:ext cx="180015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Rascunho v1.1: dois builds independentes, bit a bit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Supply Chain Security: Ataques e Frameworks |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NIST SP 800-218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SSDF: quatro grupos de práticas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PO — Prepare the Organization: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PO.5.1 segregar ambientes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PS — Protect the Software: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PS.2.1 assinar releases; PS.3.1 integridade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PW — Produce Well-Secured Software: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PW.4.4 análise estática; PW.4.1 reuso examinado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RV — Respond to Vulnerabilities: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RV.1.3 monitorar SBOM contra CVEs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SLSA é a nota do teste de resistência do cofre; SSDF é o manual de boas práticas da equipe que cuida do banco. Um mede o artefato, o outro organiza o processo.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Supply Chain Security: Ataques e Frameworks |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npm: lockfile, scripts, assinaturas e registry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Quatro vetores cobertos com .npmrc + npm ci: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A707D"/>
                </a:solidFill>
                <a:latin typeface="Consolas"/>
              </a:rPr>
              <a:t># .npmrc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package-lock=true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ignore-scripts=true          # bloqueia postinstall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audit-level=high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save-exact=true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@empresa:registry=https://nexus.empresa.com.br/repository/npm-internal/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A707D"/>
                </a:solidFill>
                <a:latin typeface="Consolas"/>
              </a:rPr>
              <a:t>//nexus.empresa.com.br/repository/npm-internal/:always-auth=true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A707D"/>
                </a:solidFill>
                <a:latin typeface="Consolas"/>
              </a:rPr>
              <a:t># CI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git diff --exit-code package-lock.json   # lockfile imutável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npm ci --ignore-scripts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npm audit signatures                  # Sigstore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A6F750"/>
                </a:solidFill>
                <a:latin typeface="Consolas"/>
              </a:rPr>
              <a:t>npm audit --audit-level=high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Supply Chain Security: Ataques e Frameworks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FRONTEIRA NOVA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Riscos emergentes em cadeias de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Model poisoning: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exemplos maliciosos no treinamento → validar origem, hash, drift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38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38361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35361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Dataset envenenado: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SBOM para datasets, hash em manifesto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99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99108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96108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Backdoor em modelo pré-treinado: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pinning por hash dos pesos, atestação de procedência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59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359855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56855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Dependência de API de modelo: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versionamento, SLA, fallback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420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700" y="420602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417602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Licenças em embeddings: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inventário de modelos no ML-BOM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Supply Chain Security: Ataques e Frameworks |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Laboratório: hardening de dependências em um pipeline Node.js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1700" y="178788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00" y="178788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" y="174614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Mapear: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fases source/build/distribution e posicionar os vetores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1700" y="219961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00" y="224135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00" y="224135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700" y="219961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Casos: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SolarWinds, Codecov, ua-parser-js, XZ — vetor, impacto, controle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1700" y="265308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00" y="269482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00" y="269482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700" y="265308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Configurar: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.npmrc com ignore-scripts, save-exact e registry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10655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1700" y="314829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00" y="314829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700" y="310655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Verificar: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npm ci --ignore-scripts, npm audit signatures, npm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1700" y="356002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1700" y="360176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00" y="360176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700" y="356002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Mapear: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cada controle a um nível SLSA e a uma prática SSDF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1700" y="4163500"/>
            <a:ext cx="8520600" cy="62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1700" y="4163500"/>
            <a:ext cx="70000" cy="62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700" y="4233500"/>
            <a:ext cx="81206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✅ ENTREGÁVEL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700" y="4453500"/>
            <a:ext cx="8120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181C23"/>
                </a:solidFill>
                <a:latin typeface="Segoe UI"/>
              </a:rPr>
              <a:t>Mapa de ameaças, .npmrc e workflow endurecidos, matriz SLSA/SSDF. Runbook: labs/Aula_06_Runbook.md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Supply Chain Security: Ataques e Frameworks |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A cadeia tem três fases (origem, build, distribuição) e cada uma tem vetores e controles próprios.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Typosquatting, dependency confusion e build poisoning exploram confiança transitiva.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SLSA mede garantias de procedência (L1→L4); SSDF organiza práticas (PO, PS, PW, RV).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Hardening prático: lockfile com hash, scripts bloqueados, assinaturas verificadas, registry autenticado.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Supply Chain Security: Ataques e Frameworks |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000" y="987004"/>
            <a:ext cx="3800000" cy="25694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871750"/>
            <a:ext cx="9144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 i="0">
                <a:solidFill>
                  <a:srgbClr val="181C23"/>
                </a:solidFill>
                <a:latin typeface="Segoe UI Semibold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71750"/>
            <a:ext cx="9144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6A707D"/>
                </a:solidFill>
                <a:latin typeface="Segoe UI Light"/>
              </a:rPr>
              <a:t>Próxima aula: Integridade e Procedência de Artefatos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000" y="4025287"/>
            <a:ext cx="1000000" cy="6182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4803500"/>
            <a:ext cx="9144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A707D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