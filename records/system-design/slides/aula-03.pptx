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0"/>
  </p:notesMasterIdLst>
  <p:sldIdLst>
    <p:sldId id="256" r:id="rId2"/>
    <p:sldId id="262" r:id="rId3"/>
    <p:sldId id="257" r:id="rId4"/>
    <p:sldId id="295" r:id="rId5"/>
    <p:sldId id="296" r:id="rId6"/>
    <p:sldId id="297" r:id="rId7"/>
    <p:sldId id="268" r:id="rId8"/>
    <p:sldId id="261" r:id="rId9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1"/>
      <p:bold r:id="rId12"/>
    </p:embeddedFont>
    <p:embeddedFont>
      <p:font typeface="Ubuntu" panose="020B0504030602030204" pitchFamily="34" charset="0"/>
      <p:regular r:id="rId13"/>
      <p:bold r:id="rId14"/>
      <p:italic r:id="rId15"/>
      <p:boldItalic r:id="rId16"/>
    </p:embeddedFont>
    <p:embeddedFont>
      <p:font typeface="Ubuntu Light" panose="020B0304030602030204" pitchFamily="34" charset="0"/>
      <p:regular r:id="rId17"/>
      <p: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48BBAE81-21DB-DC96-540A-C02580746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FAC85A86-7345-6B1B-EECC-CFDE4676FB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89999B06-927E-FCD3-ACA9-ED3FCD84DC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238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1F66E8F0-23AE-7846-C32E-7401E63F6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0694BC94-8871-A8AC-4FB0-916FAEA224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5B202E88-BA38-BF9E-886B-C449196ED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2542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F2697798-6B5D-665C-32BB-B45B72F7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2F31A934-795E-E7F6-69C3-00609DD289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B8E72322-690A-ACD1-5898-37BF7E22BE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0462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4.png"/><Relationship Id="rId5" Type="http://schemas.openxmlformats.org/officeDocument/2006/relationships/image" Target="../media/image8.pn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6985416" y="3731617"/>
            <a:ext cx="2236838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03 | 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API Gateway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4" y="1208768"/>
            <a:ext cx="65928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que é um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gateway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?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69748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Funcionalidades de um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gateway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65312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Roteamento, cache e rate-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limiter</a:t>
            </a:r>
            <a:endParaRPr lang="pt-PT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Conclusão e reflexão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03 | API Gateway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Autenticação e autorização.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é API Gateway?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03 | API Gateway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B44B59-E4B6-DDC7-E7D5-2BCAA4AA1BFA}"/>
              </a:ext>
            </a:extLst>
          </p:cNvPr>
          <p:cNvSpPr txBox="1"/>
          <p:nvPr/>
        </p:nvSpPr>
        <p:spPr>
          <a:xfrm>
            <a:off x="240548" y="874588"/>
            <a:ext cx="85736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Resumindo...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Fornece um ponto de entrada centralizado para gerenciar interações entre clientes e serviços de aplicativo.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A159D7-4D82-D5FA-19C0-1A06FD954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36" y="2588911"/>
            <a:ext cx="1539927" cy="15399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271F225E-B231-19FD-6384-1D3B9E7FA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A49A24FC-157D-E899-3E76-7B7398232DE3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API Gateway – Autenticação e autorização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184DE76F-3093-47DF-DFDC-56B467181533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03 | API Gateway</a:t>
            </a:r>
          </a:p>
        </p:txBody>
      </p:sp>
      <p:pic>
        <p:nvPicPr>
          <p:cNvPr id="2" name="Google Shape;66;p14">
            <a:extLst>
              <a:ext uri="{FF2B5EF4-FFF2-40B4-BE49-F238E27FC236}">
                <a16:creationId xmlns:a16="http://schemas.microsoft.com/office/drawing/2014/main" id="{E5F24233-1472-28F9-27DF-7783D8DFA91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732" y="740776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645A18-948A-D6A4-101E-3ACF67D54FF2}"/>
              </a:ext>
            </a:extLst>
          </p:cNvPr>
          <p:cNvSpPr txBox="1"/>
          <p:nvPr/>
        </p:nvSpPr>
        <p:spPr>
          <a:xfrm>
            <a:off x="1160318" y="725191"/>
            <a:ext cx="2656322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Basic API </a:t>
            </a:r>
            <a:r>
              <a:rPr lang="pt-PT" sz="1300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authentication</a:t>
            </a:r>
            <a:endParaRPr lang="pt-PT" sz="1300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Usuário e senha codificados em base64.</a:t>
            </a:r>
          </a:p>
        </p:txBody>
      </p:sp>
      <p:pic>
        <p:nvPicPr>
          <p:cNvPr id="5" name="Google Shape;66;p14">
            <a:extLst>
              <a:ext uri="{FF2B5EF4-FFF2-40B4-BE49-F238E27FC236}">
                <a16:creationId xmlns:a16="http://schemas.microsoft.com/office/drawing/2014/main" id="{882A371F-A731-701E-7AA8-E042603F994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732" y="2182766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D7E552-DCCF-6A29-25DD-E7F0576FFF72}"/>
              </a:ext>
            </a:extLst>
          </p:cNvPr>
          <p:cNvSpPr txBox="1"/>
          <p:nvPr/>
        </p:nvSpPr>
        <p:spPr>
          <a:xfrm>
            <a:off x="1197487" y="2159747"/>
            <a:ext cx="2567114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Key-based</a:t>
            </a: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300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authentication</a:t>
            </a:r>
            <a:endParaRPr lang="pt-PT" sz="1300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Uma chave única é enviada no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header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da requisição.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API verifica se a chave é válida.</a:t>
            </a:r>
          </a:p>
        </p:txBody>
      </p:sp>
      <p:pic>
        <p:nvPicPr>
          <p:cNvPr id="7" name="Google Shape;66;p14">
            <a:extLst>
              <a:ext uri="{FF2B5EF4-FFF2-40B4-BE49-F238E27FC236}">
                <a16:creationId xmlns:a16="http://schemas.microsoft.com/office/drawing/2014/main" id="{DFF4174F-93A3-6778-C334-01C398EFC50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532" y="3661694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961556-F2EF-49B1-C14C-F4BE837A2F39}"/>
              </a:ext>
            </a:extLst>
          </p:cNvPr>
          <p:cNvSpPr txBox="1"/>
          <p:nvPr/>
        </p:nvSpPr>
        <p:spPr>
          <a:xfrm>
            <a:off x="1259458" y="3638675"/>
            <a:ext cx="2515076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LDAP </a:t>
            </a:r>
            <a:r>
              <a:rPr lang="pt-PT" sz="1300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authentication</a:t>
            </a:r>
            <a:endParaRPr lang="pt-PT" sz="1300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 API valida credenciais do usuário validando o servidor LDAP.</a:t>
            </a:r>
          </a:p>
        </p:txBody>
      </p:sp>
      <p:pic>
        <p:nvPicPr>
          <p:cNvPr id="10" name="Google Shape;66;p14">
            <a:extLst>
              <a:ext uri="{FF2B5EF4-FFF2-40B4-BE49-F238E27FC236}">
                <a16:creationId xmlns:a16="http://schemas.microsoft.com/office/drawing/2014/main" id="{628A5649-8FB0-13BB-24B1-2E1C44574DD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6711" y="1359675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665E4D-6F4F-4AA9-C4E3-4D326A73B37F}"/>
              </a:ext>
            </a:extLst>
          </p:cNvPr>
          <p:cNvSpPr txBox="1"/>
          <p:nvPr/>
        </p:nvSpPr>
        <p:spPr>
          <a:xfrm>
            <a:off x="4902323" y="1314110"/>
            <a:ext cx="268719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OAuth</a:t>
            </a: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300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authentication</a:t>
            </a:r>
            <a:endParaRPr lang="pt-PT" sz="1300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05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cliente obtém um </a:t>
            </a:r>
            <a:r>
              <a:rPr lang="pt-PT" sz="105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token</a:t>
            </a:r>
            <a:r>
              <a:rPr lang="pt-PT" sz="105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de acesso de um servidor de autorização.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05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Nível de acesso.</a:t>
            </a:r>
          </a:p>
        </p:txBody>
      </p:sp>
      <p:pic>
        <p:nvPicPr>
          <p:cNvPr id="12" name="Google Shape;66;p14">
            <a:extLst>
              <a:ext uri="{FF2B5EF4-FFF2-40B4-BE49-F238E27FC236}">
                <a16:creationId xmlns:a16="http://schemas.microsoft.com/office/drawing/2014/main" id="{A400342C-B267-297D-5CC4-C7EFD7F678E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6711" y="2810184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C04E004-79DE-AD98-7D04-DCE13F1242B4}"/>
              </a:ext>
            </a:extLst>
          </p:cNvPr>
          <p:cNvSpPr txBox="1"/>
          <p:nvPr/>
        </p:nvSpPr>
        <p:spPr>
          <a:xfrm>
            <a:off x="4925297" y="2802033"/>
            <a:ext cx="2529943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Outros...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OIDC.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Customizado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JWT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593749F-13BB-D981-27C3-6ECC3E214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530" y="1472339"/>
            <a:ext cx="438928" cy="4389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59796C0-DDDE-236B-737B-E0B5F2925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610" y="2974919"/>
            <a:ext cx="354767" cy="35476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485EB04-5081-F227-3337-DC3C82E576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705" y="4395229"/>
            <a:ext cx="449211" cy="44921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A865B97-427A-EE06-2ED1-42789B10AD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4505" y="2101204"/>
            <a:ext cx="474689" cy="474689"/>
          </a:xfrm>
          <a:prstGeom prst="rect">
            <a:avLst/>
          </a:prstGeom>
        </p:spPr>
      </p:pic>
      <p:pic>
        <p:nvPicPr>
          <p:cNvPr id="1026" name="Picture 2" descr="Jwt Plugins — WordPress.com">
            <a:extLst>
              <a:ext uri="{FF2B5EF4-FFF2-40B4-BE49-F238E27FC236}">
                <a16:creationId xmlns:a16="http://schemas.microsoft.com/office/drawing/2014/main" id="{17973133-79CC-6BD9-E9D4-1B7318BE5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4508" y="3558879"/>
            <a:ext cx="464686" cy="46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9868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1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E7C560E3-5032-AD57-DA81-DDF542DBF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2905E9FE-1358-C067-E8CB-D41D23EE8922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API Gateway - Roteamento, cache e rate-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limiter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84676C41-EB65-F970-591B-A14F737EF950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03 | API Gateway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F0BF11-BFB1-B25E-198E-DD607E2C4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36" y="1801786"/>
            <a:ext cx="1539927" cy="153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2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66D43C9B-C56E-796A-95F0-5547BFB67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0503A738-512C-81E7-7075-0B0EAFB958BB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API Gateway mais utilizados no mercado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D6E35490-BF26-523A-4D17-BA2BC0227A64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03 | API Gateway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CEAB24-7CAF-D1F9-6529-E174F634F4B8}"/>
              </a:ext>
            </a:extLst>
          </p:cNvPr>
          <p:cNvSpPr txBox="1"/>
          <p:nvPr/>
        </p:nvSpPr>
        <p:spPr>
          <a:xfrm>
            <a:off x="304515" y="627576"/>
            <a:ext cx="4331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Top 10 dos mais utilizados</a:t>
            </a:r>
          </a:p>
        </p:txBody>
      </p:sp>
      <p:pic>
        <p:nvPicPr>
          <p:cNvPr id="3074" name="Picture 2" descr="aws api gateway&quot; Icon - Download for free – Iconduck">
            <a:extLst>
              <a:ext uri="{FF2B5EF4-FFF2-40B4-BE49-F238E27FC236}">
                <a16:creationId xmlns:a16="http://schemas.microsoft.com/office/drawing/2014/main" id="{5BCB03B1-6768-0CCE-5105-181966EAF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64" y="1079966"/>
            <a:ext cx="574623" cy="574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15A61E-6506-948F-1FD1-916A610A4119}"/>
              </a:ext>
            </a:extLst>
          </p:cNvPr>
          <p:cNvSpPr txBox="1"/>
          <p:nvPr/>
        </p:nvSpPr>
        <p:spPr>
          <a:xfrm>
            <a:off x="1241087" y="1213388"/>
            <a:ext cx="34007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4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AWS API Gateway</a:t>
            </a:r>
          </a:p>
        </p:txBody>
      </p:sp>
      <p:pic>
        <p:nvPicPr>
          <p:cNvPr id="3080" name="Picture 8" descr="Preço do Gerenciamento de API | Microsoft Azure">
            <a:extLst>
              <a:ext uri="{FF2B5EF4-FFF2-40B4-BE49-F238E27FC236}">
                <a16:creationId xmlns:a16="http://schemas.microsoft.com/office/drawing/2014/main" id="{F314E0D2-1A0A-948A-AFC4-6D960C452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15" y="1742575"/>
            <a:ext cx="998720" cy="52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A47860E-67D6-75F8-0079-37CA11D580A6}"/>
              </a:ext>
            </a:extLst>
          </p:cNvPr>
          <p:cNvSpPr txBox="1"/>
          <p:nvPr/>
        </p:nvSpPr>
        <p:spPr>
          <a:xfrm>
            <a:off x="1241086" y="1850850"/>
            <a:ext cx="3400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4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Microsoft </a:t>
            </a:r>
            <a:r>
              <a:rPr lang="pt-PT" sz="14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14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API Management</a:t>
            </a:r>
          </a:p>
        </p:txBody>
      </p:sp>
      <p:pic>
        <p:nvPicPr>
          <p:cNvPr id="3082" name="Picture 10" descr="Apigee | API Stack">
            <a:extLst>
              <a:ext uri="{FF2B5EF4-FFF2-40B4-BE49-F238E27FC236}">
                <a16:creationId xmlns:a16="http://schemas.microsoft.com/office/drawing/2014/main" id="{C1C1EDA1-B8B4-42F6-0990-1983204DC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70" y="2237201"/>
            <a:ext cx="662610" cy="66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07BFAB0-C0D5-F7C2-B815-2A3F8160B711}"/>
              </a:ext>
            </a:extLst>
          </p:cNvPr>
          <p:cNvSpPr txBox="1"/>
          <p:nvPr/>
        </p:nvSpPr>
        <p:spPr>
          <a:xfrm>
            <a:off x="1241086" y="2414617"/>
            <a:ext cx="3400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4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Google </a:t>
            </a:r>
            <a:r>
              <a:rPr lang="pt-PT" sz="14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Cloud</a:t>
            </a:r>
            <a:r>
              <a:rPr lang="pt-PT" sz="14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4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Apigee</a:t>
            </a:r>
            <a:endParaRPr lang="pt-PT" sz="1400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3086" name="Picture 14" descr="kong_gateway">
            <a:extLst>
              <a:ext uri="{FF2B5EF4-FFF2-40B4-BE49-F238E27FC236}">
                <a16:creationId xmlns:a16="http://schemas.microsoft.com/office/drawing/2014/main" id="{23C9774A-92A5-170C-3BC1-CF6F90B45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69" y="2810763"/>
            <a:ext cx="662611" cy="66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3CFADB-2CAB-A0C3-032E-E6CD4824C851}"/>
              </a:ext>
            </a:extLst>
          </p:cNvPr>
          <p:cNvSpPr txBox="1"/>
          <p:nvPr/>
        </p:nvSpPr>
        <p:spPr>
          <a:xfrm>
            <a:off x="1241086" y="2999223"/>
            <a:ext cx="3400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4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Kong Gateway</a:t>
            </a:r>
          </a:p>
        </p:txBody>
      </p:sp>
      <p:pic>
        <p:nvPicPr>
          <p:cNvPr id="3088" name="Picture 16" descr="Resurface Labs joins Tyk's global ecosystem with next-level security for  the API economy">
            <a:extLst>
              <a:ext uri="{FF2B5EF4-FFF2-40B4-BE49-F238E27FC236}">
                <a16:creationId xmlns:a16="http://schemas.microsoft.com/office/drawing/2014/main" id="{10A2C31E-2005-D090-5E8B-4EFD73667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33" y="3672525"/>
            <a:ext cx="616482" cy="318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54DE46B-5855-E03E-CCAB-9E821AF62827}"/>
              </a:ext>
            </a:extLst>
          </p:cNvPr>
          <p:cNvSpPr txBox="1"/>
          <p:nvPr/>
        </p:nvSpPr>
        <p:spPr>
          <a:xfrm>
            <a:off x="1303235" y="3678071"/>
            <a:ext cx="3400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4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Tyk</a:t>
            </a:r>
            <a:endParaRPr lang="pt-PT" sz="1400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3090" name="Picture 18" descr="Anypoint Extension Pack - Visual Studio Marketplace">
            <a:extLst>
              <a:ext uri="{FF2B5EF4-FFF2-40B4-BE49-F238E27FC236}">
                <a16:creationId xmlns:a16="http://schemas.microsoft.com/office/drawing/2014/main" id="{A59BFCC2-5CF5-B3E0-1204-26B7C45E0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69" y="4142985"/>
            <a:ext cx="662610" cy="66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3F6CA45-EA03-AD57-C051-BCBA637CD2C4}"/>
              </a:ext>
            </a:extLst>
          </p:cNvPr>
          <p:cNvSpPr txBox="1"/>
          <p:nvPr/>
        </p:nvSpPr>
        <p:spPr>
          <a:xfrm>
            <a:off x="1241086" y="4325878"/>
            <a:ext cx="3400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4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Mulesoft</a:t>
            </a:r>
            <a:r>
              <a:rPr lang="pt-PT" sz="14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4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Anypoint</a:t>
            </a:r>
            <a:r>
              <a:rPr lang="pt-PT" sz="14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4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Platform</a:t>
            </a:r>
            <a:endParaRPr lang="pt-PT" sz="1400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3092" name="Picture 20" descr="IBM API Connect Tools - Visual Studio Marketplace">
            <a:extLst>
              <a:ext uri="{FF2B5EF4-FFF2-40B4-BE49-F238E27FC236}">
                <a16:creationId xmlns:a16="http://schemas.microsoft.com/office/drawing/2014/main" id="{1F510A98-D3AA-D085-73EF-794633275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079" y="1079966"/>
            <a:ext cx="606355" cy="606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4EB9153-4337-1658-3C90-85A19A0F5C9E}"/>
              </a:ext>
            </a:extLst>
          </p:cNvPr>
          <p:cNvSpPr txBox="1"/>
          <p:nvPr/>
        </p:nvSpPr>
        <p:spPr>
          <a:xfrm>
            <a:off x="5501434" y="1274811"/>
            <a:ext cx="3400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4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IBM API </a:t>
            </a:r>
            <a:r>
              <a:rPr lang="pt-PT" sz="14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Connect</a:t>
            </a:r>
            <a:endParaRPr lang="pt-PT" sz="1400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3096" name="Picture 24" descr="Oracle e Business Suite eCommerce Integration | Clarity">
            <a:extLst>
              <a:ext uri="{FF2B5EF4-FFF2-40B4-BE49-F238E27FC236}">
                <a16:creationId xmlns:a16="http://schemas.microsoft.com/office/drawing/2014/main" id="{2CF35CF8-0E87-105B-037A-B51A6CB1F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38" y="1881166"/>
            <a:ext cx="606356" cy="606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9B6E503-5CD1-B238-2A88-8E640AC8C016}"/>
              </a:ext>
            </a:extLst>
          </p:cNvPr>
          <p:cNvSpPr txBox="1"/>
          <p:nvPr/>
        </p:nvSpPr>
        <p:spPr>
          <a:xfrm>
            <a:off x="5535494" y="2030455"/>
            <a:ext cx="3400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4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Oracle API Gateway</a:t>
            </a:r>
          </a:p>
        </p:txBody>
      </p:sp>
      <p:pic>
        <p:nvPicPr>
          <p:cNvPr id="3098" name="Picture 26" descr="Boomi AI Reviews: Use Cases, Pricing &amp; Alternatives">
            <a:extLst>
              <a:ext uri="{FF2B5EF4-FFF2-40B4-BE49-F238E27FC236}">
                <a16:creationId xmlns:a16="http://schemas.microsoft.com/office/drawing/2014/main" id="{993BEF04-7E1F-CB6A-0B35-FBD95FE54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38" y="2679363"/>
            <a:ext cx="606356" cy="606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DE0742A-31CC-3DC1-DA6D-D94F542C1D5F}"/>
              </a:ext>
            </a:extLst>
          </p:cNvPr>
          <p:cNvSpPr txBox="1"/>
          <p:nvPr/>
        </p:nvSpPr>
        <p:spPr>
          <a:xfrm>
            <a:off x="5535494" y="2828652"/>
            <a:ext cx="3400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4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Boomi</a:t>
            </a:r>
            <a:r>
              <a:rPr lang="pt-PT" sz="14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API Management</a:t>
            </a:r>
          </a:p>
        </p:txBody>
      </p:sp>
      <p:pic>
        <p:nvPicPr>
          <p:cNvPr id="3100" name="Picture 28" descr="Akana by Perforce - Crunchbase Company Profile &amp; Funding">
            <a:extLst>
              <a:ext uri="{FF2B5EF4-FFF2-40B4-BE49-F238E27FC236}">
                <a16:creationId xmlns:a16="http://schemas.microsoft.com/office/drawing/2014/main" id="{C66741D5-926E-EC29-6313-2A13E6C8E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38" y="3472961"/>
            <a:ext cx="606356" cy="606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0AEB62-794D-1838-3AF5-5BA11B60DEFB}"/>
              </a:ext>
            </a:extLst>
          </p:cNvPr>
          <p:cNvSpPr txBox="1"/>
          <p:nvPr/>
        </p:nvSpPr>
        <p:spPr>
          <a:xfrm>
            <a:off x="5535494" y="3638838"/>
            <a:ext cx="3400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4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Akana</a:t>
            </a:r>
            <a:r>
              <a:rPr lang="pt-PT" sz="14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4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by</a:t>
            </a:r>
            <a:r>
              <a:rPr lang="pt-PT" sz="14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Performance</a:t>
            </a:r>
          </a:p>
        </p:txBody>
      </p:sp>
    </p:spTree>
    <p:extLst>
      <p:ext uri="{BB962C8B-B14F-4D97-AF65-F5344CB8AC3E}">
        <p14:creationId xmlns:p14="http://schemas.microsoft.com/office/powerpoint/2010/main" val="94232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500"/>
                            </p:stCondLst>
                            <p:childTnLst>
                              <p:par>
                                <p:cTn id="6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500"/>
                            </p:stCondLst>
                            <p:childTnLst>
                              <p:par>
                                <p:cTn id="8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0"/>
                            </p:stCondLst>
                            <p:childTnLst>
                              <p:par>
                                <p:cTn id="9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500"/>
                            </p:stCondLst>
                            <p:childTnLst>
                              <p:par>
                                <p:cTn id="1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428790" y="1940823"/>
            <a:ext cx="5255943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O que é um </a:t>
            </a:r>
            <a:r>
              <a:rPr lang="pt-PT" sz="1400" b="1" i="0" u="none" strike="noStrike" cap="none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gateway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?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Funcionalidades de um </a:t>
            </a:r>
            <a:r>
              <a:rPr lang="pt-PT" b="1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gateway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Autenticação e autorização.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Roteamento, cache e rate-</a:t>
            </a:r>
            <a:r>
              <a:rPr lang="pt-PT" b="1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limiter</a:t>
            </a:r>
            <a:endParaRPr lang="pt-PT" b="1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 Light"/>
            </a:endParaRP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endParaRPr lang="pt-PT" b="1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 Light"/>
            </a:endParaRP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03 | API Gateway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19C9BA-7842-3F99-501A-825B7C331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345" y="3532020"/>
            <a:ext cx="438928" cy="4389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DD01B2-7E70-3BBA-11BA-FF5F97243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771" y="3405018"/>
            <a:ext cx="354767" cy="354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7399FB-D2E8-3D5B-4BD2-D6E420C591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938" y="1295321"/>
            <a:ext cx="449211" cy="449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CE7EBC-6E62-C6D8-E2A1-032D4E7878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5541" y="3345056"/>
            <a:ext cx="474689" cy="474689"/>
          </a:xfrm>
          <a:prstGeom prst="rect">
            <a:avLst/>
          </a:prstGeom>
        </p:spPr>
      </p:pic>
      <p:pic>
        <p:nvPicPr>
          <p:cNvPr id="9" name="Picture 2" descr="Jwt Plugins — WordPress.com">
            <a:extLst>
              <a:ext uri="{FF2B5EF4-FFF2-40B4-BE49-F238E27FC236}">
                <a16:creationId xmlns:a16="http://schemas.microsoft.com/office/drawing/2014/main" id="{E7E1B5C2-85D7-9144-1DF8-3CC52CC95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996" y="1287583"/>
            <a:ext cx="464686" cy="46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Api - ícones de ui grátis">
            <a:extLst>
              <a:ext uri="{FF2B5EF4-FFF2-40B4-BE49-F238E27FC236}">
                <a16:creationId xmlns:a16="http://schemas.microsoft.com/office/drawing/2014/main" id="{0E7E2536-01B3-7A80-56F6-FA67D1FDE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623" y="1760563"/>
            <a:ext cx="1622373" cy="162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177828-9A9E-BBB8-D6C0-11D4CD4B6B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1302" y="2352285"/>
            <a:ext cx="438928" cy="4389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FC895F-E632-2A81-94CA-24045F9A5B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72868" y="2347145"/>
            <a:ext cx="449210" cy="4492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461E16-10AD-BB89-583F-BDA2929807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4108" y="1287583"/>
            <a:ext cx="438929" cy="4389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3219</TotalTime>
  <Words>233</Words>
  <Application>Microsoft Office PowerPoint</Application>
  <PresentationFormat>On-screen Show (16:9)</PresentationFormat>
  <Paragraphs>50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Fira Code</vt:lpstr>
      <vt:lpstr>Ubuntu Light</vt:lpstr>
      <vt:lpstr>Ubuntu</vt:lpstr>
      <vt:lpstr>Wingdings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348</cp:revision>
  <dcterms:modified xsi:type="dcterms:W3CDTF">2025-03-09T22:41:05Z</dcterms:modified>
</cp:coreProperties>
</file>