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62" r:id="rId3"/>
    <p:sldId id="257" r:id="rId4"/>
    <p:sldId id="297" r:id="rId5"/>
    <p:sldId id="289" r:id="rId6"/>
    <p:sldId id="298" r:id="rId7"/>
    <p:sldId id="268" r:id="rId8"/>
    <p:sldId id="261" r:id="rId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Ubuntu" panose="020B0504030602030204" pitchFamily="34" charset="0"/>
      <p:regular r:id="rId13"/>
      <p:bold r:id="rId14"/>
      <p:italic r:id="rId15"/>
      <p:boldItalic r:id="rId16"/>
    </p:embeddedFont>
    <p:embeddedFont>
      <p:font typeface="Ubuntu Light" panose="020B0304030602030204" pitchFamily="34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68CD466-E706-67D8-708A-0F1C37F2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22BA6A0A-9FE9-9192-9A99-5C8A8D380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F16E5E9-045F-1CE8-41CD-03AB9D889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290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0C5366A-DE22-2C96-C60C-0EDCBAA5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9EF4EE6-D07D-296B-2E6C-2006E6F20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D166997-D14A-900C-4740-E8F675F84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23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3C27214-6A1C-443B-AA16-BA1C5BC2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E0A3C02-B9D2-C116-C5D0-70D31EA81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EF1F503-3405-0C3F-9008-F863A9C78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6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729397" y="3731617"/>
            <a:ext cx="449285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04 |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Microsserviços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e formas de comunicação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monolítica.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de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microsserviços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e protocolos de comunicação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Microsserviços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e formas de comunicação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Vantagens e desvantagens entre monolítico 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microsserviços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Arquitetura monolítica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Microsserviços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e formas de comunicação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8" y="874588"/>
            <a:ext cx="86411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Uma arquitetura monolítica é um modelo tradicional de desenvolvimento de software que usa uma base de código para executar várias funções comerciais.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7CF4CEF-96DC-78D3-4849-3A840A200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2" y="1994181"/>
            <a:ext cx="402907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2EDCD2-0E08-EED2-CCB2-69A2D1CC7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744" y="3614992"/>
            <a:ext cx="1539927" cy="1539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FD38DAB3-A6D5-847F-7C3A-517EEC8D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48998D0-D335-A091-172B-617DA046A55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Arquitetura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microsserviços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3CD78906-2F51-1B3F-BC68-6383D0C709D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Microsserviços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e formas de comunicação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47D2A-6796-A796-3495-029F00BB7614}"/>
              </a:ext>
            </a:extLst>
          </p:cNvPr>
          <p:cNvSpPr txBox="1"/>
          <p:nvPr/>
        </p:nvSpPr>
        <p:spPr>
          <a:xfrm>
            <a:off x="240548" y="874588"/>
            <a:ext cx="864112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Uma arquitetura de </a:t>
            </a:r>
            <a:r>
              <a:rPr lang="pt-PT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microsserviços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consiste numa coleção de pequenos serviços autónomos. Cada serviço é autônomo e deve implementar um único recurso de negócios dentro de um contexto limitado.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41241E-72B9-D437-393C-BD1D264E2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744" y="3614992"/>
            <a:ext cx="1539927" cy="153992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6ABCD1-E83E-AA19-361D-C2A47EACE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1" y="1911107"/>
            <a:ext cx="6670623" cy="274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92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F53F8C0-A6CB-C554-BB25-64715481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C99A594-552C-C49F-12E9-1A2DC3B1059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Vantagens e desvantagens entre monolítico 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microsserviços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C9A8D79-EA80-E490-504E-E3878774649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Microsserviços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e formas de comunicação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9BC12-6267-70B5-8799-3B51ED71B371}"/>
              </a:ext>
            </a:extLst>
          </p:cNvPr>
          <p:cNvSpPr txBox="1"/>
          <p:nvPr/>
        </p:nvSpPr>
        <p:spPr>
          <a:xfrm>
            <a:off x="240550" y="874588"/>
            <a:ext cx="3622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Monólito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84896-A18E-2927-B61F-9C0C88C9FC62}"/>
              </a:ext>
            </a:extLst>
          </p:cNvPr>
          <p:cNvSpPr txBox="1"/>
          <p:nvPr/>
        </p:nvSpPr>
        <p:spPr>
          <a:xfrm>
            <a:off x="4572001" y="867684"/>
            <a:ext cx="3668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Microsserviço</a:t>
            </a:r>
            <a:endParaRPr lang="pt-PT" sz="16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AD883-7C0F-FD10-DFC4-1D3E897E8B88}"/>
              </a:ext>
            </a:extLst>
          </p:cNvPr>
          <p:cNvSpPr txBox="1"/>
          <p:nvPr/>
        </p:nvSpPr>
        <p:spPr>
          <a:xfrm>
            <a:off x="240550" y="1522279"/>
            <a:ext cx="38517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Vantagens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Simplicidade.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Desempenho (Menos latência).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Facilidade de depuração.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Menor custo inicial.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4D8C7-81D8-A3C8-C5B2-D29F93C96EED}"/>
              </a:ext>
            </a:extLst>
          </p:cNvPr>
          <p:cNvSpPr txBox="1"/>
          <p:nvPr/>
        </p:nvSpPr>
        <p:spPr>
          <a:xfrm>
            <a:off x="240550" y="3036445"/>
            <a:ext cx="38517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Desvantagens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 limitada.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Complexidade.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Rigidez.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Falhas em cascata.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1B035-B4B6-2088-BA8C-8C9DEFF69955}"/>
              </a:ext>
            </a:extLst>
          </p:cNvPr>
          <p:cNvSpPr txBox="1"/>
          <p:nvPr/>
        </p:nvSpPr>
        <p:spPr>
          <a:xfrm>
            <a:off x="4572000" y="1520587"/>
            <a:ext cx="36688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Vantagens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Flexibilidade.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Resiliência.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Agilidade.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073E20-4261-6B72-1C13-99557E9E4F99}"/>
              </a:ext>
            </a:extLst>
          </p:cNvPr>
          <p:cNvSpPr txBox="1"/>
          <p:nvPr/>
        </p:nvSpPr>
        <p:spPr>
          <a:xfrm>
            <a:off x="4571999" y="3034753"/>
            <a:ext cx="36688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Desvantagens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Complexidade.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Desempenho.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Dificuldade de depuração.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☹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Maior custo inicial.</a:t>
            </a:r>
          </a:p>
        </p:txBody>
      </p:sp>
      <p:pic>
        <p:nvPicPr>
          <p:cNvPr id="16" name="Google Shape;65;p14">
            <a:extLst>
              <a:ext uri="{FF2B5EF4-FFF2-40B4-BE49-F238E27FC236}">
                <a16:creationId xmlns:a16="http://schemas.microsoft.com/office/drawing/2014/main" id="{9B7F780F-C92F-DDE6-0056-D21F0C017E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2505598" y="2563448"/>
            <a:ext cx="3423439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017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4" grpId="0"/>
      <p:bldP spid="8" grpId="0"/>
      <p:bldP spid="9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2E3E013-E4E5-E323-96A6-C6BDE858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310D8B08-17F8-9ADE-EF40-6E9DAB87B6F8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Vantagens e desvantagens entre monolítico 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microsserviços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D7ADA38-5C69-0828-B536-3E6752DE61D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Microsserviços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e formas de comunicação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15B07-9DF2-E1A7-7A99-E69561BC9BC0}"/>
              </a:ext>
            </a:extLst>
          </p:cNvPr>
          <p:cNvSpPr txBox="1"/>
          <p:nvPr/>
        </p:nvSpPr>
        <p:spPr>
          <a:xfrm>
            <a:off x="240550" y="1594116"/>
            <a:ext cx="3622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Protocolos de comunicação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78A0D-0400-7810-AA50-D1A25A4C6F0C}"/>
              </a:ext>
            </a:extLst>
          </p:cNvPr>
          <p:cNvSpPr txBox="1"/>
          <p:nvPr/>
        </p:nvSpPr>
        <p:spPr>
          <a:xfrm>
            <a:off x="4572001" y="1587212"/>
            <a:ext cx="3668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de comunicação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4DF34-928D-5EB4-23D4-FF09EB4DEA1B}"/>
              </a:ext>
            </a:extLst>
          </p:cNvPr>
          <p:cNvSpPr txBox="1"/>
          <p:nvPr/>
        </p:nvSpPr>
        <p:spPr>
          <a:xfrm>
            <a:off x="240549" y="2152798"/>
            <a:ext cx="38517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HTTP/HTTPS.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FTP.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SMTP/IMAP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MQTT.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AMQP.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Websockets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341CC-0EA6-D0E4-8A34-75E4C576CA35}"/>
              </a:ext>
            </a:extLst>
          </p:cNvPr>
          <p:cNvSpPr txBox="1"/>
          <p:nvPr/>
        </p:nvSpPr>
        <p:spPr>
          <a:xfrm>
            <a:off x="4572000" y="2152798"/>
            <a:ext cx="3668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REST.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GraphQL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gRPC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SOAP.</a:t>
            </a:r>
          </a:p>
        </p:txBody>
      </p:sp>
      <p:pic>
        <p:nvPicPr>
          <p:cNvPr id="16" name="Google Shape;65;p14">
            <a:extLst>
              <a:ext uri="{FF2B5EF4-FFF2-40B4-BE49-F238E27FC236}">
                <a16:creationId xmlns:a16="http://schemas.microsoft.com/office/drawing/2014/main" id="{5441623C-7F35-784D-1A64-1806E23444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3185579" y="2602998"/>
            <a:ext cx="2063484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333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4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240549" y="1158544"/>
            <a:ext cx="5255943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Arquitetura monolítica.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Arquitetura de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microsserviços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Vantagens e desvantagens entre monolítico e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microsserviços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Arquitetura e protocolos de comunicação.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Microsserviços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e formas de comunicação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CB75F1-93CD-1E75-BDA8-C604A20FD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798" y="1290696"/>
            <a:ext cx="2800653" cy="166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E63F6A3-83B5-0EA9-5D69-A5E0D7A04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99" y="2571750"/>
            <a:ext cx="5632427" cy="231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3644</TotalTime>
  <Words>267</Words>
  <Application>Microsoft Office PowerPoint</Application>
  <PresentationFormat>On-screen Show (16:9)</PresentationFormat>
  <Paragraphs>61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Ubuntu</vt:lpstr>
      <vt:lpstr>Wingdings</vt:lpstr>
      <vt:lpstr>Fira Code</vt:lpstr>
      <vt:lpstr>Arial</vt:lpstr>
      <vt:lpstr>Ubuntu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359</cp:revision>
  <dcterms:modified xsi:type="dcterms:W3CDTF">2025-03-17T20:46:28Z</dcterms:modified>
</cp:coreProperties>
</file>