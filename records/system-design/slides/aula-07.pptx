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62" r:id="rId3"/>
    <p:sldId id="306" r:id="rId4"/>
    <p:sldId id="308" r:id="rId5"/>
    <p:sldId id="309" r:id="rId6"/>
    <p:sldId id="311" r:id="rId7"/>
    <p:sldId id="310" r:id="rId8"/>
    <p:sldId id="268" r:id="rId9"/>
    <p:sldId id="261" r:id="rId10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Ubuntu" panose="020B0504030602030204" pitchFamily="34" charset="0"/>
      <p:regular r:id="rId14"/>
      <p:bold r:id="rId15"/>
      <p:italic r:id="rId16"/>
      <p:boldItalic r:id="rId17"/>
    </p:embeddedFont>
    <p:embeddedFont>
      <p:font typeface="Ubuntu Light" panose="020B0304030602030204" pitchFamily="34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0EDFA-EB58-6F6A-6688-1787A628859A}" v="4427" dt="2025-02-13T16:35:51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62A3B90-2843-C450-4804-7F0E3B39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F1215FC-8635-9304-AAB4-ABEDEB6DAB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3BE97FD6-C53D-F8E7-4294-1D82BC0F8A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108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C7E5143-7A82-AB8F-8943-6CE50535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C2B1379-839F-F314-E298-A625D6A74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1DA075C-9D4E-25C9-5C92-02BA8CD4A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792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D45C2E2-7BBC-450C-5E96-692D17A3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7263AEA-667E-6665-6624-5C68EA576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C101EB5-74C6-6578-8E08-BA147D38F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2856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CE940D5-341B-14A9-D809-2187F4EFA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6B47C3D-82FC-80AA-6E61-A66BBBFA3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900C8F7-3097-4A4F-B77F-024ED190F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2672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FD04CFE-45CF-0E38-2F91-10640CBF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781DB6A-CF47-32E8-2E5F-CE8D1F227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F549E831-B431-37B1-5798-677020830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309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7165298" y="3731617"/>
            <a:ext cx="2056955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07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Mensageria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Modelos publisher e </a:t>
            </a:r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subscriber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.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Kafka.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Arquitetura orientada a evento.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Mensageria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RabbitMQ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E62FF4B-0E95-2D7C-CA50-F67B3605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5934047-FD0D-5E6C-2CF0-D1CD8D39D36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mensageria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46AADF5-35CB-013F-EC68-F7F29358AD7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Mensageria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BB910-AA8C-CB09-04AA-8FED0C58A219}"/>
              </a:ext>
            </a:extLst>
          </p:cNvPr>
          <p:cNvSpPr txBox="1"/>
          <p:nvPr/>
        </p:nvSpPr>
        <p:spPr>
          <a:xfrm>
            <a:off x="240547" y="874588"/>
            <a:ext cx="672238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Uma fila pode ser uma saída quando escalar não é uma opção!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63F5C-C444-1B28-D425-2CFFD63170CF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Porque?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Comunicação assíncrona.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Comunicação indireta por meio de mensagem.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Mensagens processadas posteriormente.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C9866A-5EB1-9489-325D-AF1C512A7DE5}"/>
              </a:ext>
            </a:extLst>
          </p:cNvPr>
          <p:cNvSpPr txBox="1"/>
          <p:nvPr/>
        </p:nvSpPr>
        <p:spPr>
          <a:xfrm>
            <a:off x="314889" y="2933876"/>
            <a:ext cx="3035413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Beneficios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Desacoplamento.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Escalabilidade.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Confiabilidade.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Resiliência.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Melhora na performance.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6964C-D7B8-3679-10ED-911CA060A7FD}"/>
              </a:ext>
            </a:extLst>
          </p:cNvPr>
          <p:cNvSpPr txBox="1"/>
          <p:nvPr/>
        </p:nvSpPr>
        <p:spPr>
          <a:xfrm>
            <a:off x="4252306" y="2755298"/>
            <a:ext cx="3684986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Casos de uso comum: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Tarefas em segundo plano: envio de e-mail.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Integração de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microsserviços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Processamento de fluxo de dados.</a:t>
            </a:r>
          </a:p>
        </p:txBody>
      </p:sp>
    </p:spTree>
    <p:extLst>
      <p:ext uri="{BB962C8B-B14F-4D97-AF65-F5344CB8AC3E}">
        <p14:creationId xmlns:p14="http://schemas.microsoft.com/office/powerpoint/2010/main" val="330181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AF0E64C1-8271-6D2A-B9D0-9EDF6B12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EDD74E0-E211-AFF5-626B-7CEC71BD749F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Modelos publisher 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subscriber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8C60E3F-DBB9-94D6-0A29-39A6D732303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Mensageria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55DB3-3FA8-8774-85B9-0DDC3FD84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180178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0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409EC0E-74CE-CFEE-D9E9-17B347C9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E2B12B2-705D-2390-AF79-F8E7EB49C664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Apache Kafka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C02EABD7-98B9-5372-0EF5-A62AEEA4A54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Mensageria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06FD6-1D80-5C04-2AED-700D8BCB066D}"/>
              </a:ext>
            </a:extLst>
          </p:cNvPr>
          <p:cNvSpPr txBox="1"/>
          <p:nvPr/>
        </p:nvSpPr>
        <p:spPr>
          <a:xfrm>
            <a:off x="240547" y="874588"/>
            <a:ext cx="672238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Plataforma de </a:t>
            </a:r>
            <a:r>
              <a:rPr lang="pt-PT" b="1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streaming</a:t>
            </a: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 distribuída.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CC17A-AD88-719C-EA90-B6694353DB0A}"/>
              </a:ext>
            </a:extLst>
          </p:cNvPr>
          <p:cNvSpPr txBox="1"/>
          <p:nvPr/>
        </p:nvSpPr>
        <p:spPr>
          <a:xfrm>
            <a:off x="314890" y="1532517"/>
            <a:ext cx="468829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Open-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source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LinkedIn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team.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Processa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Brokers que produzem e processam dados.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B4AF2-4D34-C018-D768-E419491B35E8}"/>
              </a:ext>
            </a:extLst>
          </p:cNvPr>
          <p:cNvSpPr txBox="1"/>
          <p:nvPr/>
        </p:nvSpPr>
        <p:spPr>
          <a:xfrm>
            <a:off x="314890" y="2929109"/>
            <a:ext cx="4688291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funciona?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Mensagens.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Tópicos.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Partições.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Cluster.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Producers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Consumers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A31ED6F-23BC-F07C-FD68-6F827255A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835" y="1352721"/>
            <a:ext cx="5248275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0FD806BF-394E-6BF9-000F-FE6044ADE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1121122-2A07-A4AC-261A-C177857EBFB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RabbitMQ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5616200-3C93-A228-73E8-E7A3410D3C4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Mensageria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BDE94-E6CB-84B6-5A16-9AD9F070CDDC}"/>
              </a:ext>
            </a:extLst>
          </p:cNvPr>
          <p:cNvSpPr txBox="1"/>
          <p:nvPr/>
        </p:nvSpPr>
        <p:spPr>
          <a:xfrm>
            <a:off x="240547" y="874588"/>
            <a:ext cx="672238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Plataforma para troca de mensagens.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A0C11-463F-A09D-AABD-CC5DDB785380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Open-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source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Desenvolvida na linguagem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Erlang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Brokers que produzem e processam dados.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9A4D5-6F88-3BD4-B434-4873838A0C83}"/>
              </a:ext>
            </a:extLst>
          </p:cNvPr>
          <p:cNvSpPr txBox="1"/>
          <p:nvPr/>
        </p:nvSpPr>
        <p:spPr>
          <a:xfrm>
            <a:off x="314890" y="2929109"/>
            <a:ext cx="4688291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funciona?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Mensagens.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AMQP.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Filas.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Cluster.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Producers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Consumers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02A5696-55B5-5887-E089-3C6D7E215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987" y="2072999"/>
            <a:ext cx="5652022" cy="219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0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B4905E9-2D9F-8754-C5B4-7AED4BFF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9A73E96-4A8C-5815-E2ED-6D8691841BBF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Arquitetura orientada a eventos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723794D-9848-E50A-06ED-CE552EE0B5E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Mensageria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73F840-F138-CDC4-3066-F85267281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180178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8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240549" y="2048545"/>
            <a:ext cx="5255943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Modelos publisher e </a:t>
            </a:r>
            <a:r>
              <a:rPr lang="pt-PT" b="1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subscriber</a:t>
            </a: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Kafka.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RabbitMQ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.</a:t>
            </a:r>
            <a:endParaRPr lang="pt-PT" b="1" dirty="0">
              <a:solidFill>
                <a:schemeClr val="lt1"/>
              </a:solidFill>
              <a:latin typeface="Fira Code"/>
              <a:ea typeface="Fira Code"/>
              <a:cs typeface="Fira Code"/>
            </a:endParaRP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Arquitetura orientada a evento.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</a:t>
            </a:r>
            <a:r>
              <a:rPr lang="pt-PT" sz="900" dirty="0" err="1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Mensageria</a:t>
            </a:r>
            <a:endParaRPr lang="pt-PT" sz="900" dirty="0">
              <a:solidFill>
                <a:schemeClr val="lt1"/>
              </a:solidFill>
              <a:latin typeface="Fira Code"/>
              <a:ea typeface="Fira Code"/>
              <a:cs typeface="Fira Code"/>
              <a:sym typeface="Ubuntu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2544735-E8A9-F8B5-B156-97FD4A523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351" y="2281237"/>
            <a:ext cx="461010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4566</TotalTime>
  <Words>232</Words>
  <Application>Microsoft Office PowerPoint</Application>
  <PresentationFormat>On-screen Show (16:9)</PresentationFormat>
  <Paragraphs>65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Fira Code</vt:lpstr>
      <vt:lpstr>Wingdings</vt:lpstr>
      <vt:lpstr>Arial</vt:lpstr>
      <vt:lpstr>Ubuntu Light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781</cp:revision>
  <dcterms:modified xsi:type="dcterms:W3CDTF">2025-04-06T20:59:26Z</dcterms:modified>
</cp:coreProperties>
</file>