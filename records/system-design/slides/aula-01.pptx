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7" r:id="rId3"/>
    <p:sldId id="262" r:id="rId4"/>
    <p:sldId id="285" r:id="rId5"/>
    <p:sldId id="286" r:id="rId6"/>
    <p:sldId id="287" r:id="rId7"/>
    <p:sldId id="288" r:id="rId8"/>
    <p:sldId id="289" r:id="rId9"/>
    <p:sldId id="290" r:id="rId10"/>
    <p:sldId id="268" r:id="rId11"/>
    <p:sldId id="261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Ubuntu" panose="020B0504030602030204" pitchFamily="34" charset="0"/>
      <p:regular r:id="rId16"/>
      <p:bold r:id="rId17"/>
      <p:italic r:id="rId18"/>
      <p:boldItalic r:id="rId19"/>
    </p:embeddedFont>
    <p:embeddedFont>
      <p:font typeface="Ubuntu Light" panose="020B0304030602030204" pitchFamily="3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A8E986F-DF34-DD65-93C3-172C056C2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90244D5-390E-B676-69B8-820CFC98F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540EC87-0117-8909-EE00-3034A7768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194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37D3533-8789-1CE2-92BD-9378078D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75340CA-3201-9A4F-2504-625CE14ED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58F9F92-808E-9F85-8D16-24E3E3832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38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3687077-C698-A7F4-D23C-08378F2D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F35A15E-0DCF-94A3-3AB1-00850DE54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D656614-FD12-E2FC-D505-578B8B196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493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034A564-87D3-BD90-A9DE-6E7DFED7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BF00CC1-3BBE-6EE7-22F4-65F904ED7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F078A2C-E729-8B0E-B61A-ACA9821CF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319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2C9CE5F1-97D7-92DE-3467-3DFFB41E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0E1D87C-0FCB-D114-456C-D4A121303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3935FDD-B9A4-7996-06EE-3B04E80FD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63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E45834A-72E6-7D7C-81AB-F7EEA630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B39CDA87-13C6-DDB9-E6F0-A18B7C849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CFF01C7-5114-75F9-08F2-7E30B6BB8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489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384623" y="3731617"/>
            <a:ext cx="4837631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01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Sistemas distribuídos e visão geral do curso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Introdução ao curso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9" y="1446267"/>
            <a:ext cx="433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Os sistemas no mundo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Porque todos não funcionam perfeitamente?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9" y="2695345"/>
            <a:ext cx="43314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Aplicações em larga escala.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Disponibilidade das aplicações.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Carga de requisições.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Solução única.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1ECB-9BFA-D891-6ABB-D89A6B12C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836" y="1014662"/>
            <a:ext cx="524656" cy="524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E57677-563E-2A67-8408-A9BAC827FD5F}"/>
              </a:ext>
            </a:extLst>
          </p:cNvPr>
          <p:cNvSpPr txBox="1"/>
          <p:nvPr/>
        </p:nvSpPr>
        <p:spPr>
          <a:xfrm>
            <a:off x="5414365" y="1107713"/>
            <a:ext cx="400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Sistemas distribuídos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B64451-FA8D-4EF2-3434-57C56FC65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836" y="1680634"/>
            <a:ext cx="524656" cy="5246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B9E518-0511-136D-C077-44AEEAA92E16}"/>
              </a:ext>
            </a:extLst>
          </p:cNvPr>
          <p:cNvSpPr txBox="1"/>
          <p:nvPr/>
        </p:nvSpPr>
        <p:spPr>
          <a:xfrm>
            <a:off x="5414365" y="1773685"/>
            <a:ext cx="400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Estruturas de redes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F37A74-FFE1-185D-A22F-2A23096C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537" y="2347567"/>
            <a:ext cx="524656" cy="5246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E319B6-172E-D949-AD46-92BCB4D38A5F}"/>
              </a:ext>
            </a:extLst>
          </p:cNvPr>
          <p:cNvSpPr txBox="1"/>
          <p:nvPr/>
        </p:nvSpPr>
        <p:spPr>
          <a:xfrm>
            <a:off x="5438066" y="2440618"/>
            <a:ext cx="400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 de sistemas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12F79B-864C-9E26-D8CE-68CC99E92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835" y="3013539"/>
            <a:ext cx="524657" cy="5246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529FF0-7627-CDDF-FD83-519192365A7A}"/>
              </a:ext>
            </a:extLst>
          </p:cNvPr>
          <p:cNvSpPr txBox="1"/>
          <p:nvPr/>
        </p:nvSpPr>
        <p:spPr>
          <a:xfrm>
            <a:off x="5414365" y="3106590"/>
            <a:ext cx="400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Banco de dados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41971A-C600-DA47-3F89-34DCC3D653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537" y="3679512"/>
            <a:ext cx="524656" cy="5246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5CF1D2-644B-637E-7D62-D502F69FDD73}"/>
              </a:ext>
            </a:extLst>
          </p:cNvPr>
          <p:cNvSpPr txBox="1"/>
          <p:nvPr/>
        </p:nvSpPr>
        <p:spPr>
          <a:xfrm>
            <a:off x="5414365" y="3772563"/>
            <a:ext cx="400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Enfileirar demandas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1A917D6-7A8D-8D3A-F797-3D3F42FF0E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8851" y="4204168"/>
            <a:ext cx="524656" cy="5246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11BF284-B9B1-CABD-5085-F059BB68C7BC}"/>
              </a:ext>
            </a:extLst>
          </p:cNvPr>
          <p:cNvSpPr txBox="1"/>
          <p:nvPr/>
        </p:nvSpPr>
        <p:spPr>
          <a:xfrm>
            <a:off x="5438066" y="4297219"/>
            <a:ext cx="400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Entrevistas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6" grpId="0"/>
      <p:bldP spid="10" grpId="0"/>
      <p:bldP spid="13" grpId="0"/>
      <p:bldP spid="16" grpId="0"/>
      <p:bldP spid="19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Sistemas distribuídos.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Redes de computadores.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DNS –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Domain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Name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Visão geral do curso.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CDN -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Content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Delivery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Network.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CFBB905-CAAB-90F2-FEBF-E06827EB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BE10757A-F643-E7FB-C555-ADC8DD3F4F12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Reflexão sobre sistemas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4F46736-8FA8-96C6-EC46-7F5CA7776A2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B8C7D-97B4-66C2-53F3-A13991804200}"/>
              </a:ext>
            </a:extLst>
          </p:cNvPr>
          <p:cNvSpPr txBox="1"/>
          <p:nvPr/>
        </p:nvSpPr>
        <p:spPr>
          <a:xfrm>
            <a:off x="1992903" y="1235901"/>
            <a:ext cx="1642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Inicio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8CC17-50D3-2A79-FA6A-E3EE08038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49" y="1038542"/>
            <a:ext cx="670497" cy="6704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B0F3B0-E5AA-DF23-833A-A06EFFE24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508" y="1018718"/>
            <a:ext cx="339776" cy="3397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9FACC7-0C91-5C6A-5F13-AEAA9ED35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396" y="1358494"/>
            <a:ext cx="339776" cy="3397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185E87-C95D-DC55-14BD-0D688E9F6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777" y="1373790"/>
            <a:ext cx="339776" cy="3397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08C2CD-8EC0-7882-DDA4-85BFA9EC0E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549" y="1939394"/>
            <a:ext cx="552880" cy="55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499F62F-3630-08BA-6BB4-26F854D448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735" y="2675834"/>
            <a:ext cx="572124" cy="57212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AC7290-A62E-E12F-5232-A7563204A7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154" y="3459069"/>
            <a:ext cx="521286" cy="52128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BC4A17B-3A1B-6DE7-024D-974540549C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16" y="4188145"/>
            <a:ext cx="830998" cy="8309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DCD76CC-ADE8-121D-B225-5987F62CBD81}"/>
              </a:ext>
            </a:extLst>
          </p:cNvPr>
          <p:cNvSpPr txBox="1"/>
          <p:nvPr/>
        </p:nvSpPr>
        <p:spPr>
          <a:xfrm>
            <a:off x="911045" y="2055948"/>
            <a:ext cx="2086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Banco de dados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8F67E-1FD8-27A7-D643-FE9718C20A5A}"/>
              </a:ext>
            </a:extLst>
          </p:cNvPr>
          <p:cNvSpPr txBox="1"/>
          <p:nvPr/>
        </p:nvSpPr>
        <p:spPr>
          <a:xfrm>
            <a:off x="911044" y="2808007"/>
            <a:ext cx="2086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Programação Web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4E5998-4BA2-0045-D2DA-D05475BEA72F}"/>
              </a:ext>
            </a:extLst>
          </p:cNvPr>
          <p:cNvSpPr txBox="1"/>
          <p:nvPr/>
        </p:nvSpPr>
        <p:spPr>
          <a:xfrm>
            <a:off x="1101778" y="3560066"/>
            <a:ext cx="2630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Versionamento de código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863D0B-F7D3-E6F8-E5B9-4F0EDFA8DAAF}"/>
              </a:ext>
            </a:extLst>
          </p:cNvPr>
          <p:cNvSpPr txBox="1"/>
          <p:nvPr/>
        </p:nvSpPr>
        <p:spPr>
          <a:xfrm>
            <a:off x="1101778" y="4445104"/>
            <a:ext cx="2630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Time de desenvolvimento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DFD3AC9-1588-7252-9D2C-00FCA71336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6007" y="1082054"/>
            <a:ext cx="552880" cy="55288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F0F323A-2573-B7F9-76B1-B5E450E850A4}"/>
              </a:ext>
            </a:extLst>
          </p:cNvPr>
          <p:cNvSpPr txBox="1"/>
          <p:nvPr/>
        </p:nvSpPr>
        <p:spPr>
          <a:xfrm>
            <a:off x="5594618" y="1201588"/>
            <a:ext cx="285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 da empresa cresce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C2C9635-6683-2DF8-1A4E-8ED41B8FAB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4231" y="1908626"/>
            <a:ext cx="524656" cy="52465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7EC42A5-8223-A0A5-FC13-963A229B18C1}"/>
              </a:ext>
            </a:extLst>
          </p:cNvPr>
          <p:cNvSpPr txBox="1"/>
          <p:nvPr/>
        </p:nvSpPr>
        <p:spPr>
          <a:xfrm>
            <a:off x="5594618" y="2017065"/>
            <a:ext cx="285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Distribuir o sistema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A6C97E-CA7E-4C4D-C54F-1DBCB934181A}"/>
              </a:ext>
            </a:extLst>
          </p:cNvPr>
          <p:cNvSpPr txBox="1"/>
          <p:nvPr/>
        </p:nvSpPr>
        <p:spPr>
          <a:xfrm>
            <a:off x="4956007" y="3357148"/>
            <a:ext cx="3872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Alta demanda!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as empresas gerenciam isso?</a:t>
            </a:r>
          </a:p>
        </p:txBody>
      </p:sp>
    </p:spTree>
    <p:extLst>
      <p:ext uri="{BB962C8B-B14F-4D97-AF65-F5344CB8AC3E}">
        <p14:creationId xmlns:p14="http://schemas.microsoft.com/office/powerpoint/2010/main" val="390079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/>
      <p:bldP spid="33" grpId="0"/>
      <p:bldP spid="34" grpId="0"/>
      <p:bldP spid="35" grpId="0"/>
      <p:bldP spid="38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281E9C3-5891-5FC7-74EC-45F896A1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0D127F0-4FF4-1706-7694-0709FC28F573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são sistemas distribuidos?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82B6F80-41F4-AD34-CF79-409E38033B7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29187-8F3A-2B2E-D8A4-30E20B92A45D}"/>
              </a:ext>
            </a:extLst>
          </p:cNvPr>
          <p:cNvSpPr txBox="1"/>
          <p:nvPr/>
        </p:nvSpPr>
        <p:spPr>
          <a:xfrm>
            <a:off x="240549" y="874588"/>
            <a:ext cx="85886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Basicamente...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Chamamos de sistemas distribuídos os sistemas computacionais que são executados em mais de um servidor, mas que atuam de forma transparente e parecem ser uma única coisa para quem os utiliza.</a:t>
            </a:r>
          </a:p>
        </p:txBody>
      </p:sp>
      <p:grpSp>
        <p:nvGrpSpPr>
          <p:cNvPr id="4" name="Google Shape;116;g321a64a41dd_0_9">
            <a:extLst>
              <a:ext uri="{FF2B5EF4-FFF2-40B4-BE49-F238E27FC236}">
                <a16:creationId xmlns:a16="http://schemas.microsoft.com/office/drawing/2014/main" id="{08248258-E8A6-74AE-30F0-ACE55ACAF0DC}"/>
              </a:ext>
            </a:extLst>
          </p:cNvPr>
          <p:cNvGrpSpPr/>
          <p:nvPr/>
        </p:nvGrpSpPr>
        <p:grpSpPr>
          <a:xfrm>
            <a:off x="240549" y="1895065"/>
            <a:ext cx="3559725" cy="1616125"/>
            <a:chOff x="694900" y="1089027"/>
            <a:chExt cx="3559725" cy="1616125"/>
          </a:xfrm>
        </p:grpSpPr>
        <p:pic>
          <p:nvPicPr>
            <p:cNvPr id="5" name="Google Shape;117;g321a64a41dd_0_9">
              <a:extLst>
                <a:ext uri="{FF2B5EF4-FFF2-40B4-BE49-F238E27FC236}">
                  <a16:creationId xmlns:a16="http://schemas.microsoft.com/office/drawing/2014/main" id="{78EFD5FB-CEDA-8C98-2559-5733C8C1669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900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19;g321a64a41dd_0_9">
              <a:extLst>
                <a:ext uri="{FF2B5EF4-FFF2-40B4-BE49-F238E27FC236}">
                  <a16:creationId xmlns:a16="http://schemas.microsoft.com/office/drawing/2014/main" id="{4EF0396D-2388-E71C-720C-23A257F4C62E}"/>
                </a:ext>
              </a:extLst>
            </p:cNvPr>
            <p:cNvSpPr txBox="1"/>
            <p:nvPr/>
          </p:nvSpPr>
          <p:spPr>
            <a:xfrm>
              <a:off x="1516650" y="1226700"/>
              <a:ext cx="2469600" cy="996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Aplicação e Banco de dados</a:t>
              </a:r>
              <a:endParaRPr dirty="0">
                <a:solidFill>
                  <a:schemeClr val="dk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Separamos o servidor de aplicação do servidor de banco de dados.</a:t>
              </a:r>
              <a:endParaRPr sz="11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011A5F6-B9BC-79CD-FBDB-49AD40382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15" y="2863818"/>
            <a:ext cx="476539" cy="47653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8E4D0AA-63A7-EEBB-F785-A3F010F01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916" y="1681438"/>
            <a:ext cx="3052940" cy="333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B304FD-E271-557E-C8A4-68F142379323}"/>
              </a:ext>
            </a:extLst>
          </p:cNvPr>
          <p:cNvSpPr txBox="1"/>
          <p:nvPr/>
        </p:nvSpPr>
        <p:spPr>
          <a:xfrm>
            <a:off x="8027396" y="1895046"/>
            <a:ext cx="614271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100x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E8CA6-60B8-1C67-2343-24F0EB38674E}"/>
              </a:ext>
            </a:extLst>
          </p:cNvPr>
          <p:cNvSpPr txBox="1"/>
          <p:nvPr/>
        </p:nvSpPr>
        <p:spPr>
          <a:xfrm>
            <a:off x="298955" y="3546219"/>
            <a:ext cx="48876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Garantir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Consistência.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Baixa latência.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Confiável.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Tolerante a falhas (Disponibilidade)</a:t>
            </a:r>
          </a:p>
        </p:txBody>
      </p:sp>
    </p:spTree>
    <p:extLst>
      <p:ext uri="{BB962C8B-B14F-4D97-AF65-F5344CB8AC3E}">
        <p14:creationId xmlns:p14="http://schemas.microsoft.com/office/powerpoint/2010/main" val="285281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4458546-517A-1145-6B1C-CC519CBD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4DDEABE-5899-86D3-E8EF-842F76CA9F3A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System Design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A6A3A71-1CE6-D905-B813-034A10FE002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E7542C-D4C4-7486-955A-42DCEA9CF00F}"/>
              </a:ext>
            </a:extLst>
          </p:cNvPr>
          <p:cNvSpPr txBox="1"/>
          <p:nvPr/>
        </p:nvSpPr>
        <p:spPr>
          <a:xfrm>
            <a:off x="240549" y="874588"/>
            <a:ext cx="85886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Basicamente...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Projeto de arquitetura de um sistema distribuído de larga escala.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B717B-1F49-77BC-2B0C-1DA65AE247AE}"/>
              </a:ext>
            </a:extLst>
          </p:cNvPr>
          <p:cNvSpPr txBox="1"/>
          <p:nvPr/>
        </p:nvSpPr>
        <p:spPr>
          <a:xfrm>
            <a:off x="240549" y="1642134"/>
            <a:ext cx="2892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Definimos...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Computação.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Armazenamento.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Manipulação dos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Comunicação.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52704-443C-7EB4-A53F-459272EEEBC6}"/>
              </a:ext>
            </a:extLst>
          </p:cNvPr>
          <p:cNvSpPr txBox="1"/>
          <p:nvPr/>
        </p:nvSpPr>
        <p:spPr>
          <a:xfrm>
            <a:off x="240549" y="2993747"/>
            <a:ext cx="2892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Para garantir...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Confiabilidade.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Disponibilidade.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Consistência.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Tolerância a falhas.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Baixa latência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Segurança.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88A23-0C3F-ECD0-45A0-A75E1229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162" y="1814612"/>
            <a:ext cx="557133" cy="5571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68C615-A321-EE49-ADD8-E7007F0B0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641" y="2285330"/>
            <a:ext cx="557133" cy="5571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5E8D47-A6AD-DBE8-8F1F-99C1B0216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120" y="1814612"/>
            <a:ext cx="557133" cy="5571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DCD5FB7-C8BE-C484-D6C0-9BAC9B940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3599" y="2282194"/>
            <a:ext cx="557133" cy="5571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5D2AE8E-154D-4B64-221E-4A7CCC431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754" y="3225353"/>
            <a:ext cx="642921" cy="6429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FB7D5-E13E-F560-E471-7CE4859D38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087" y="3725390"/>
            <a:ext cx="557133" cy="5571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290AB9E-0AD4-89A1-D026-F85C9DECCC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1598" y="3268246"/>
            <a:ext cx="557133" cy="5571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0153C7-F058-0C3E-810A-B6A93E90D9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9110" y="3725391"/>
            <a:ext cx="557133" cy="5571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4BE89B-9EA8-BC5E-04B7-87A37C1331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621" y="3268245"/>
            <a:ext cx="557134" cy="55713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645F5D1-B56B-058A-BF27-91615FAF3C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4133" y="3725389"/>
            <a:ext cx="557134" cy="55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8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53062F6-8C47-CA4A-8EB0-193DFB63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75B6169-3298-7BC8-31E7-5356838BCC2C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System Design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CB71E1D-EC24-5DDB-B009-6EE84AE88CA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4602C-D4A1-92CD-352E-3283F9795862}"/>
              </a:ext>
            </a:extLst>
          </p:cNvPr>
          <p:cNvSpPr txBox="1"/>
          <p:nvPr/>
        </p:nvSpPr>
        <p:spPr>
          <a:xfrm>
            <a:off x="240549" y="874588"/>
            <a:ext cx="85886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Redes de computadores...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Os “fios” que ligam toda a comunicação de uma aplicação.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22617-30CA-3522-F9D6-79E7C9C6E3CB}"/>
              </a:ext>
            </a:extLst>
          </p:cNvPr>
          <p:cNvSpPr txBox="1"/>
          <p:nvPr/>
        </p:nvSpPr>
        <p:spPr>
          <a:xfrm>
            <a:off x="240549" y="1642134"/>
            <a:ext cx="58454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Permite...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Troca de mensagem.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Comunicações internas entre servidores.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Comunicações externas com usuários.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3C8D0-020C-69F3-531A-5BAD300A12F2}"/>
              </a:ext>
            </a:extLst>
          </p:cNvPr>
          <p:cNvSpPr txBox="1"/>
          <p:nvPr/>
        </p:nvSpPr>
        <p:spPr>
          <a:xfrm>
            <a:off x="240549" y="2840567"/>
            <a:ext cx="5845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importante...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de redes.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Protocolos de comunicação.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Desempenho.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Disponibilidade.</a:t>
            </a:r>
          </a:p>
        </p:txBody>
      </p:sp>
    </p:spTree>
    <p:extLst>
      <p:ext uri="{BB962C8B-B14F-4D97-AF65-F5344CB8AC3E}">
        <p14:creationId xmlns:p14="http://schemas.microsoft.com/office/powerpoint/2010/main" val="346320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5FED4AC-DBFD-7895-8E9A-D881FF43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8722B28-881D-B50E-6DE6-88F3DDFE287C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CDN - Content Delivery Network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111F2C8-24C8-BE53-B043-4F941BF0E7A4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AA3B1-A1DC-1465-90B1-68B47453035B}"/>
              </a:ext>
            </a:extLst>
          </p:cNvPr>
          <p:cNvSpPr txBox="1"/>
          <p:nvPr/>
        </p:nvSpPr>
        <p:spPr>
          <a:xfrm>
            <a:off x="240549" y="874588"/>
            <a:ext cx="8588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Problema!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Componentes de uma aplicação podem estar espalhado geograficamente pelo mundo, e a distância entre eles e os usuários, impactam no tempo de resposta.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6C2CE-5D96-81C1-761C-EFC3B3FCE468}"/>
              </a:ext>
            </a:extLst>
          </p:cNvPr>
          <p:cNvSpPr txBox="1"/>
          <p:nvPr/>
        </p:nvSpPr>
        <p:spPr>
          <a:xfrm>
            <a:off x="240549" y="1857577"/>
            <a:ext cx="58454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Solução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Criar cópias de conteúdo estático e distribuir através de </a:t>
            </a:r>
            <a:r>
              <a:rPr lang="pt-PT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CDN’s</a:t>
            </a: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AF8A3-759F-514B-01A4-C296FCB0E6D2}"/>
              </a:ext>
            </a:extLst>
          </p:cNvPr>
          <p:cNvSpPr txBox="1"/>
          <p:nvPr/>
        </p:nvSpPr>
        <p:spPr>
          <a:xfrm>
            <a:off x="240549" y="2840567"/>
            <a:ext cx="58454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 que?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Sistemas podem procurar seus conteúdos estáticos no CDN mais próximo.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Diminuição de latência.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BB119-BDE2-AB86-46A1-49452F54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893" y="2627018"/>
            <a:ext cx="1584897" cy="1584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9307B9-E7BA-1AEF-605A-C5E8C3751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522" y="3798837"/>
            <a:ext cx="1111770" cy="11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5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35A5F32-2E90-1BBE-F4FD-1621A0E1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8E4B725-DF07-3313-F9A6-E3E1A99034BD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DNS – Domain Name System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788C0B6-ED37-AFD5-7720-B2A0A08337A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B1FD1-B34E-41A5-3117-80E147AF2773}"/>
              </a:ext>
            </a:extLst>
          </p:cNvPr>
          <p:cNvSpPr txBox="1"/>
          <p:nvPr/>
        </p:nvSpPr>
        <p:spPr>
          <a:xfrm>
            <a:off x="240549" y="874588"/>
            <a:ext cx="8588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Recursos e seus endereços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Toda a comunicação nas redes acontecem sobre o protocolo TCP/IP, onde cada computador possuem um endereço IP.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B1FFD-E7DE-889F-D86D-49345335FDF7}"/>
              </a:ext>
            </a:extLst>
          </p:cNvPr>
          <p:cNvSpPr txBox="1"/>
          <p:nvPr/>
        </p:nvSpPr>
        <p:spPr>
          <a:xfrm>
            <a:off x="240549" y="1954013"/>
            <a:ext cx="58454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IP – Internet </a:t>
            </a: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Protocol</a:t>
            </a:r>
            <a:endParaRPr lang="pt-PT" sz="16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Identifica e atribui endereços a dispositivos na rede publica e interna.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C53C6-101B-B829-B9A9-1C51D71211DC}"/>
              </a:ext>
            </a:extLst>
          </p:cNvPr>
          <p:cNvSpPr txBox="1"/>
          <p:nvPr/>
        </p:nvSpPr>
        <p:spPr>
          <a:xfrm>
            <a:off x="240549" y="3035845"/>
            <a:ext cx="58454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Facilitando...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Não é fácil decorar endereços de IP.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DNS registra o IP e associa a uma nomenclatura amigável.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7A8D14-1F50-85DA-5EEF-D6C2E2BC2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35" y="3148802"/>
            <a:ext cx="871928" cy="871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DD8E90-0699-6EA9-91F6-92213A738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535" y="1876537"/>
            <a:ext cx="924393" cy="9243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345C54-2F12-F894-A934-C456D5499737}"/>
              </a:ext>
            </a:extLst>
          </p:cNvPr>
          <p:cNvSpPr txBox="1"/>
          <p:nvPr/>
        </p:nvSpPr>
        <p:spPr>
          <a:xfrm>
            <a:off x="240549" y="4020730"/>
            <a:ext cx="58454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https://www.ada.tech/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IP 52.67.106.245</a:t>
            </a:r>
          </a:p>
        </p:txBody>
      </p:sp>
    </p:spTree>
    <p:extLst>
      <p:ext uri="{BB962C8B-B14F-4D97-AF65-F5344CB8AC3E}">
        <p14:creationId xmlns:p14="http://schemas.microsoft.com/office/powerpoint/2010/main" val="51134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1833101"/>
            <a:ext cx="48105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Como definir o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System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Design.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Aplicações de larga escala.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Quando e porque fazer.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Visão geral do curso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82A1F-14AF-6BF2-B2EF-E0001226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012" y="1361484"/>
            <a:ext cx="2300989" cy="2300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534</Words>
  <Application>Microsoft Office PowerPoint</Application>
  <PresentationFormat>On-screen Show (16:9)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Fira Code</vt:lpstr>
      <vt:lpstr>Ubuntu Light</vt:lpstr>
      <vt:lpstr>Ubuntu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325</cp:revision>
  <dcterms:modified xsi:type="dcterms:W3CDTF">2025-03-04T21:25:55Z</dcterms:modified>
</cp:coreProperties>
</file>