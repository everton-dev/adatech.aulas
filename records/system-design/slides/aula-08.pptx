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8"/>
  </p:notesMasterIdLst>
  <p:sldIdLst>
    <p:sldId id="256" r:id="rId2"/>
    <p:sldId id="262" r:id="rId3"/>
    <p:sldId id="257" r:id="rId4"/>
    <p:sldId id="308" r:id="rId5"/>
    <p:sldId id="268" r:id="rId6"/>
    <p:sldId id="261" r:id="rId7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9"/>
      <p:bold r:id="rId10"/>
    </p:embeddedFont>
    <p:embeddedFont>
      <p:font typeface="Ubuntu" panose="020B0504030602030204" pitchFamily="34" charset="0"/>
      <p:regular r:id="rId11"/>
      <p:bold r:id="rId12"/>
      <p:italic r:id="rId13"/>
      <p:boldItalic r:id="rId14"/>
    </p:embeddedFont>
    <p:embeddedFont>
      <p:font typeface="Ubuntu Light" panose="020B0304030602030204" pitchFamily="34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C7E5143-7A82-AB8F-8943-6CE50535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C2B1379-839F-F314-E298-A625D6A74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1DA075C-9D4E-25C9-5C92-02BA8CD4A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79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7689954" y="3731617"/>
            <a:ext cx="15323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08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Cache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cache?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Fazer cache do que, e quando.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Estratégia de sincronização de cache.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Cache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Cache distribuído.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cache?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Cache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49113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Objetivo: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Reduzir latência de acesso a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Melhorar desempenho.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Diminuir a carga em banco de dados ou servidores de origem.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422150"/>
            <a:ext cx="49113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Onde geralmente é usado?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Navegadores web.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Servidores web.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CDNs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Content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Delivery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Network)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geolocalizados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Proxies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Load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Balancers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8369C5-AB3B-9F50-3C44-A9AA09AF8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42" y="2128837"/>
            <a:ext cx="2771775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F0E64C1-8271-6D2A-B9D0-9EDF6B127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EDD74E0-E211-AFF5-626B-7CEC71BD749F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Arquitetura usando Cache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8C60E3F-DBB9-94D6-0A29-39A6D732303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Cache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55DB3-3FA8-8774-85B9-0DDC3FD84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180178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8" y="1725379"/>
            <a:ext cx="5255943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cache?</a:t>
            </a:r>
            <a:endParaRPr lang="pt-PT" b="1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 Light"/>
            </a:endParaRP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Fazer cache do que, e quando.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Cache distribuído.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Estratégia de sincronização de cache.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Cache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93B25B8-9323-0498-1A71-FB23AC94C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142" y="1805671"/>
            <a:ext cx="2771775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4677</TotalTime>
  <Words>133</Words>
  <Application>Microsoft Office PowerPoint</Application>
  <PresentationFormat>On-screen Show (16:9)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Fira Code</vt:lpstr>
      <vt:lpstr>Wingdings</vt:lpstr>
      <vt:lpstr>Ubuntu Light</vt:lpstr>
      <vt:lpstr>Ubuntu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414</cp:revision>
  <dcterms:modified xsi:type="dcterms:W3CDTF">2025-04-06T22:15:43Z</dcterms:modified>
</cp:coreProperties>
</file>