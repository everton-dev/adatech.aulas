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Medium-regular.fntdata"/><Relationship Id="rId22" Type="http://schemas.openxmlformats.org/officeDocument/2006/relationships/font" Target="fonts/UbuntuMedium-italic.fntdata"/><Relationship Id="rId21" Type="http://schemas.openxmlformats.org/officeDocument/2006/relationships/font" Target="fonts/UbuntuMedium-bold.fntdata"/><Relationship Id="rId24" Type="http://schemas.openxmlformats.org/officeDocument/2006/relationships/font" Target="fonts/Lato-regular.fntdata"/><Relationship Id="rId23" Type="http://schemas.openxmlformats.org/officeDocument/2006/relationships/font" Target="fonts/Ubuntu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FiraCode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buntuLight-bold.fntdata"/><Relationship Id="rId12" Type="http://schemas.openxmlformats.org/officeDocument/2006/relationships/font" Target="fonts/UbuntuLight-regular.fntdata"/><Relationship Id="rId15" Type="http://schemas.openxmlformats.org/officeDocument/2006/relationships/font" Target="fonts/UbuntuLight-boldItalic.fntdata"/><Relationship Id="rId14" Type="http://schemas.openxmlformats.org/officeDocument/2006/relationships/font" Target="fonts/UbuntuLight-italic.fntdata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19" Type="http://schemas.openxmlformats.org/officeDocument/2006/relationships/font" Target="fonts/Ubuntu-boldItalic.fntdata"/><Relationship Id="rId18" Type="http://schemas.openxmlformats.org/officeDocument/2006/relationships/font" Target="fonts/Ubuntu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45f4ca82c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45f4ca82c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45f4ca82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45f4ca82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45f4ca82c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45f4ca82c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5f4ca82c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45f4ca82c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5f4ca82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5f4ca82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5f4ca82c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5f4ca82c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8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522438" y="4858997"/>
            <a:ext cx="8281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1"/>
          <p:cNvSpPr/>
          <p:nvPr/>
        </p:nvSpPr>
        <p:spPr>
          <a:xfrm>
            <a:off x="388150" y="119625"/>
            <a:ext cx="2486100" cy="468300"/>
          </a:xfrm>
          <a:prstGeom prst="roundRect">
            <a:avLst>
              <a:gd fmla="val 321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388150" y="817825"/>
            <a:ext cx="2486100" cy="468300"/>
          </a:xfrm>
          <a:prstGeom prst="roundRect">
            <a:avLst>
              <a:gd fmla="val 321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210575" y="817825"/>
            <a:ext cx="468300" cy="468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/>
          <p:nvPr/>
        </p:nvSpPr>
        <p:spPr>
          <a:xfrm>
            <a:off x="210575" y="119625"/>
            <a:ext cx="468300" cy="468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2982850" y="119625"/>
            <a:ext cx="2486100" cy="468300"/>
          </a:xfrm>
          <a:prstGeom prst="roundRect">
            <a:avLst>
              <a:gd fmla="val 3214" name="adj"/>
            </a:avLst>
          </a:pr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2982850" y="817825"/>
            <a:ext cx="2486100" cy="468300"/>
          </a:xfrm>
          <a:prstGeom prst="roundRect">
            <a:avLst>
              <a:gd fmla="val 3214" name="adj"/>
            </a:avLst>
          </a:prstGeom>
          <a:gradFill>
            <a:gsLst>
              <a:gs pos="0">
                <a:schemeClr val="accent4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666769" y="1674901"/>
            <a:ext cx="127544" cy="110466"/>
          </a:xfrm>
          <a:custGeom>
            <a:rect b="b" l="l" r="r" t="t"/>
            <a:pathLst>
              <a:path extrusionOk="0" h="78345" w="90457">
                <a:moveTo>
                  <a:pt x="45040" y="0"/>
                </a:moveTo>
                <a:lnTo>
                  <a:pt x="1" y="78345"/>
                </a:lnTo>
                <a:lnTo>
                  <a:pt x="90457" y="78345"/>
                </a:lnTo>
                <a:lnTo>
                  <a:pt x="45040" y="0"/>
                </a:lnTo>
                <a:close/>
              </a:path>
            </a:pathLst>
          </a:cu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>
            <a:off x="210573" y="1682849"/>
            <a:ext cx="128223" cy="111055"/>
          </a:xfrm>
          <a:custGeom>
            <a:rect b="b" l="l" r="r" t="t"/>
            <a:pathLst>
              <a:path extrusionOk="0" h="78346" w="90457">
                <a:moveTo>
                  <a:pt x="1" y="1"/>
                </a:moveTo>
                <a:lnTo>
                  <a:pt x="45040" y="78346"/>
                </a:lnTo>
                <a:lnTo>
                  <a:pt x="90457" y="1"/>
                </a:lnTo>
                <a:close/>
              </a:path>
            </a:pathLst>
          </a:custGeom>
          <a:solidFill>
            <a:srgbClr val="FF2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309813" y="1576813"/>
            <a:ext cx="32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47</a:t>
            </a:r>
            <a:endParaRPr sz="9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765075" y="1568575"/>
            <a:ext cx="32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47</a:t>
            </a:r>
            <a:endParaRPr sz="9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3" name="Google Shape;63;p11"/>
          <p:cNvSpPr/>
          <p:nvPr/>
        </p:nvSpPr>
        <p:spPr>
          <a:xfrm>
            <a:off x="838592" y="4804770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54205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rPr lang="pt-BR" sz="8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2874251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692986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5178661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2414136" y="3921480"/>
            <a:ext cx="1213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rPr b="0" i="0" lang="pt-BR" sz="800" u="none" cap="none" strike="noStrike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P</a:t>
            </a:r>
            <a:r>
              <a:rPr lang="pt-BR" sz="8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onto Importante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7823278" y="3719950"/>
            <a:ext cx="727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rPr b="0" i="0" lang="pt-BR" sz="800" u="none" cap="none" strike="noStrike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Encerramento</a:t>
            </a:r>
            <a:r>
              <a:rPr lang="pt-BR" sz="8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 da lista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4399850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1679083" y="4804749"/>
            <a:ext cx="108600" cy="1086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5877390" y="4804749"/>
            <a:ext cx="108600" cy="1086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8037525" y="4804749"/>
            <a:ext cx="108600" cy="1086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6584124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7328288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1382525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257770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3396425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410330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488210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5561788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6287563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7001938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7768588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85" name="Google Shape;85;p11"/>
          <p:cNvCxnSpPr/>
          <p:nvPr/>
        </p:nvCxnSpPr>
        <p:spPr>
          <a:xfrm rot="10800000">
            <a:off x="2362050" y="3934125"/>
            <a:ext cx="0" cy="9333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6" name="Google Shape;86;p11"/>
          <p:cNvCxnSpPr/>
          <p:nvPr/>
        </p:nvCxnSpPr>
        <p:spPr>
          <a:xfrm rot="10800000">
            <a:off x="8570950" y="4032525"/>
            <a:ext cx="0" cy="83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7" name="Google Shape;87;p11"/>
          <p:cNvSpPr/>
          <p:nvPr/>
        </p:nvSpPr>
        <p:spPr>
          <a:xfrm>
            <a:off x="236775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309825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1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790350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863400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1327675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 txBox="1"/>
          <p:nvPr/>
        </p:nvSpPr>
        <p:spPr>
          <a:xfrm>
            <a:off x="1400725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1881275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 txBox="1"/>
          <p:nvPr/>
        </p:nvSpPr>
        <p:spPr>
          <a:xfrm>
            <a:off x="1954325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236775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 txBox="1"/>
          <p:nvPr/>
        </p:nvSpPr>
        <p:spPr>
          <a:xfrm>
            <a:off x="309825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1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790350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 txBox="1"/>
          <p:nvPr/>
        </p:nvSpPr>
        <p:spPr>
          <a:xfrm>
            <a:off x="863400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1327675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 txBox="1"/>
          <p:nvPr/>
        </p:nvSpPr>
        <p:spPr>
          <a:xfrm>
            <a:off x="1400725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1881275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 txBox="1"/>
          <p:nvPr/>
        </p:nvSpPr>
        <p:spPr>
          <a:xfrm>
            <a:off x="1954325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1258650" y="1516013"/>
            <a:ext cx="4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181C23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endParaRPr sz="1300">
              <a:solidFill>
                <a:srgbClr val="181C2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