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8" r:id="rId1"/>
  </p:sldMasterIdLst>
  <p:notesMasterIdLst>
    <p:notesMasterId r:id="rId5"/>
  </p:notesMasterIdLst>
  <p:sldIdLst>
    <p:sldId id="256" r:id="rId2"/>
    <p:sldId id="257" r:id="rId3"/>
    <p:sldId id="261" r:id="rId4"/>
  </p:sldIdLst>
  <p:sldSz cx="9144000" cy="5143500" type="screen16x9"/>
  <p:notesSz cx="6858000" cy="9144000"/>
  <p:embeddedFontLst>
    <p:embeddedFont>
      <p:font typeface="Fira Code" panose="020B0809050000020004" pitchFamily="49" charset="0"/>
      <p:regular r:id="rId6"/>
      <p:bold r:id="rId7"/>
    </p:embeddedFont>
    <p:embeddedFont>
      <p:font typeface="Ubuntu" panose="020B0504030602030204" pitchFamily="34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08F99F-44A7-0F8B-9A97-88BECF28B341}" v="1087" dt="2024-12-09T16:07:07.5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576" y="33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tableStyles" Target="tableStyles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4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137e3f2783e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" name="Google Shape;40;g137e3f2783e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137e3f2783e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137e3f2783e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ma | capitulo" type="tx">
  <p:cSld name="TITLE_AND_BODY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3"/>
          <p:cNvPicPr preferRelativeResize="0"/>
          <p:nvPr/>
        </p:nvPicPr>
        <p:blipFill rotWithShape="1">
          <a:blip r:embed="rId2">
            <a:alphaModFix/>
          </a:blip>
          <a:srcRect l="1342" t="11272" r="1342" b="11256"/>
          <a:stretch/>
        </p:blipFill>
        <p:spPr>
          <a:xfrm>
            <a:off x="-129100" y="-72625"/>
            <a:ext cx="9402202" cy="5288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da " type="twoColTx">
  <p:cSld name="TITLE_AND_TWO_COLUMNS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4"/>
          <p:cNvPicPr preferRelativeResize="0"/>
          <p:nvPr/>
        </p:nvPicPr>
        <p:blipFill rotWithShape="1">
          <a:blip r:embed="rId2">
            <a:alphaModFix/>
          </a:blip>
          <a:srcRect t="11380" b="-11379"/>
          <a:stretch/>
        </p:blipFill>
        <p:spPr>
          <a:xfrm>
            <a:off x="0" y="-1"/>
            <a:ext cx="9144003" cy="580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nalização" type="titleOnly">
  <p:cSld name="TITLE_ONL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5"/>
          <p:cNvPicPr preferRelativeResize="0"/>
          <p:nvPr/>
        </p:nvPicPr>
        <p:blipFill rotWithShape="1">
          <a:blip r:embed="rId2">
            <a:alphaModFix/>
          </a:blip>
          <a:srcRect t="10190" b="10198"/>
          <a:stretch/>
        </p:blipFill>
        <p:spPr>
          <a:xfrm>
            <a:off x="0" y="1"/>
            <a:ext cx="914400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18" name="Google Shape;18;p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>
            <a:endParaRPr/>
          </a:p>
        </p:txBody>
      </p:sp>
      <p:sp>
        <p:nvSpPr>
          <p:cNvPr id="22" name="Google Shape;2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34" name="Google Shape;34;p1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/>
          <p:nvPr/>
        </p:nvSpPr>
        <p:spPr>
          <a:xfrm>
            <a:off x="6003561" y="3731617"/>
            <a:ext cx="3218693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Aula 04 | ETL com </a:t>
            </a:r>
            <a:r>
              <a:rPr lang="pt-PT" sz="1500" dirty="0" err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Azure</a:t>
            </a:r>
            <a:r>
              <a:rPr lang="pt-PT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 </a:t>
            </a:r>
            <a:r>
              <a:rPr lang="pt-PT" sz="1500" dirty="0" err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Functions</a:t>
            </a:r>
            <a:endParaRPr lang="pt-BR" dirty="0">
              <a:solidFill>
                <a:schemeClr val="lt1"/>
              </a:solidFill>
            </a:endParaRPr>
          </a:p>
        </p:txBody>
      </p:sp>
      <p:grpSp>
        <p:nvGrpSpPr>
          <p:cNvPr id="43" name="Google Shape;43;p12"/>
          <p:cNvGrpSpPr/>
          <p:nvPr/>
        </p:nvGrpSpPr>
        <p:grpSpPr>
          <a:xfrm>
            <a:off x="4197980" y="4066086"/>
            <a:ext cx="4942500" cy="0"/>
            <a:chOff x="4251700" y="5140900"/>
            <a:chExt cx="4942500" cy="0"/>
          </a:xfrm>
        </p:grpSpPr>
        <p:cxnSp>
          <p:nvCxnSpPr>
            <p:cNvPr id="44" name="Google Shape;44;p12"/>
            <p:cNvCxnSpPr/>
            <p:nvPr/>
          </p:nvCxnSpPr>
          <p:spPr>
            <a:xfrm>
              <a:off x="4251700" y="5140900"/>
              <a:ext cx="3690600" cy="0"/>
            </a:xfrm>
            <a:prstGeom prst="straightConnector1">
              <a:avLst/>
            </a:prstGeom>
            <a:noFill/>
            <a:ln w="19050" cap="flat" cmpd="sng">
              <a:solidFill>
                <a:srgbClr val="A6F7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" name="Google Shape;45;p12"/>
            <p:cNvCxnSpPr/>
            <p:nvPr/>
          </p:nvCxnSpPr>
          <p:spPr>
            <a:xfrm>
              <a:off x="7942300" y="5140900"/>
              <a:ext cx="1251900" cy="0"/>
            </a:xfrm>
            <a:prstGeom prst="straightConnector1">
              <a:avLst/>
            </a:prstGeom>
            <a:noFill/>
            <a:ln w="19050" cap="flat" cmpd="sng">
              <a:solidFill>
                <a:srgbClr val="2371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ETL por arquivo de lote usando </a:t>
            </a:r>
            <a:r>
              <a:rPr lang="pt-PT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Azure</a:t>
            </a: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 </a:t>
            </a:r>
            <a:r>
              <a:rPr lang="pt-PT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Functions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/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Aula 04 | ETL com </a:t>
            </a:r>
            <a:r>
              <a:rPr lang="pt-PT" sz="900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Azure</a:t>
            </a:r>
            <a:r>
              <a:rPr lang="pt-PT" sz="900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 </a:t>
            </a:r>
            <a:r>
              <a:rPr lang="pt-PT" sz="900" dirty="0" err="1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"/>
              </a:rPr>
              <a:t>Functions</a:t>
            </a:r>
            <a:endParaRPr lang="pt-PT" sz="900" dirty="0">
              <a:solidFill>
                <a:schemeClr val="lt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Ubuntu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E2EDCD2-0E08-EED2-CCB2-69A2D1CC7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1744" y="3614992"/>
            <a:ext cx="1539927" cy="1539927"/>
          </a:xfrm>
          <a:prstGeom prst="rect">
            <a:avLst/>
          </a:prstGeom>
        </p:spPr>
      </p:pic>
      <p:pic>
        <p:nvPicPr>
          <p:cNvPr id="3" name="Picture 2" descr="Azure SQL Database の便利機能!!使わないと損ですよ!! - NEXTSCAPE blog">
            <a:extLst>
              <a:ext uri="{FF2B5EF4-FFF2-40B4-BE49-F238E27FC236}">
                <a16:creationId xmlns:a16="http://schemas.microsoft.com/office/drawing/2014/main" id="{9A83E51C-E076-8C51-1108-E3C3E5396E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9135" y="1002673"/>
            <a:ext cx="1539927" cy="1539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Microsoft Azure | One Data">
            <a:extLst>
              <a:ext uri="{FF2B5EF4-FFF2-40B4-BE49-F238E27FC236}">
                <a16:creationId xmlns:a16="http://schemas.microsoft.com/office/drawing/2014/main" id="{F094AB8A-2233-E2ED-3EEC-1D4F357861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4861" y="911360"/>
            <a:ext cx="2734455" cy="1827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Azure Blob Storage pricing | Microsoft Azure">
            <a:extLst>
              <a:ext uri="{FF2B5EF4-FFF2-40B4-BE49-F238E27FC236}">
                <a16:creationId xmlns:a16="http://schemas.microsoft.com/office/drawing/2014/main" id="{CC5AC274-6659-D5F1-006D-7EA466D511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840555"/>
            <a:ext cx="2175447" cy="1142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Pricing - Functions | Microsoft Azure">
            <a:extLst>
              <a:ext uri="{FF2B5EF4-FFF2-40B4-BE49-F238E27FC236}">
                <a16:creationId xmlns:a16="http://schemas.microsoft.com/office/drawing/2014/main" id="{E73A8034-BDD3-23F1-B11B-F927E9F0BA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1245" y="2377492"/>
            <a:ext cx="3358733" cy="1763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7"/>
          <p:cNvSpPr txBox="1"/>
          <p:nvPr/>
        </p:nvSpPr>
        <p:spPr>
          <a:xfrm>
            <a:off x="3492149" y="2210090"/>
            <a:ext cx="2663324" cy="72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Obrigado!</a:t>
            </a:r>
            <a:endParaRPr sz="3500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Ubuntu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3952</TotalTime>
  <Words>24</Words>
  <Application>Microsoft Office PowerPoint</Application>
  <PresentationFormat>On-screen Show (16:9)</PresentationFormat>
  <Paragraphs>4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Ubuntu</vt:lpstr>
      <vt:lpstr>Arial</vt:lpstr>
      <vt:lpstr>Fira Code</vt:lpstr>
      <vt:lpstr>Simple Light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Benedicto, Everton Jose (SI IT VC PES PLT)</cp:lastModifiedBy>
  <cp:revision>362</cp:revision>
  <dcterms:modified xsi:type="dcterms:W3CDTF">2025-07-25T00:17:57Z</dcterms:modified>
</cp:coreProperties>
</file>