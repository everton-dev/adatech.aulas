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5"/>
  </p:notesMasterIdLst>
  <p:sldIdLst>
    <p:sldId id="256" r:id="rId2"/>
    <p:sldId id="257" r:id="rId3"/>
    <p:sldId id="261" r:id="rId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6"/>
      <p:bold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931764" y="3731617"/>
            <a:ext cx="429049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03 | Azure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Storage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Account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Blob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Storage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Armazenamento de dados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</a:t>
            </a:r>
            <a:r>
              <a:rPr lang="en-US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Azure Storage Account – Blob Storage</a:t>
            </a:r>
            <a:endParaRPr lang="pt-PT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A159D7-4D82-D5FA-19C0-1A06FD95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10" y="3668203"/>
            <a:ext cx="1539927" cy="1539927"/>
          </a:xfrm>
          <a:prstGeom prst="rect">
            <a:avLst/>
          </a:prstGeom>
        </p:spPr>
      </p:pic>
      <p:pic>
        <p:nvPicPr>
          <p:cNvPr id="1026" name="Picture 2" descr="Microsoft Azure — Implement Blob Storage part one | by Mustafa Saeed |  Medium">
            <a:extLst>
              <a:ext uri="{FF2B5EF4-FFF2-40B4-BE49-F238E27FC236}">
                <a16:creationId xmlns:a16="http://schemas.microsoft.com/office/drawing/2014/main" id="{1B01F513-E486-7CEA-B573-761779C72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053060"/>
            <a:ext cx="666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3433</TotalTime>
  <Words>23</Words>
  <Application>Microsoft Office PowerPoint</Application>
  <PresentationFormat>On-screen Show (16:9)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Ubuntu</vt:lpstr>
      <vt:lpstr>Arial</vt:lpstr>
      <vt:lpstr>Fira Code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350</cp:revision>
  <dcterms:modified xsi:type="dcterms:W3CDTF">2025-07-24T22:40:44Z</dcterms:modified>
</cp:coreProperties>
</file>