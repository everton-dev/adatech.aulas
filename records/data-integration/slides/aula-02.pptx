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5"/>
  </p:notesMasterIdLst>
  <p:sldIdLst>
    <p:sldId id="256" r:id="rId2"/>
    <p:sldId id="291" r:id="rId3"/>
    <p:sldId id="261" r:id="rId4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6"/>
      <p:bold r:id="rId7"/>
    </p:embeddedFont>
    <p:embeddedFont>
      <p:font typeface="Ubuntu" panose="020B050403060203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F7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F815A10-0AB3-91E6-D8E0-2967BA895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A48F9F69-79E4-3C7D-9204-AB8C2E146F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AC62B619-368C-D543-5E3F-361F22168E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743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4122295" y="3731617"/>
            <a:ext cx="5099959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02 | 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Transformando dados em informações valiosas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275B1FB-CF9E-4FCD-A10A-15CB76CF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CBAFB1B-BE62-631E-6798-8EED0A6CBA2C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Atividade prática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34612398-B38F-A9A0-1A0D-56B6AA9C4A8F}"/>
              </a:ext>
            </a:extLst>
          </p:cNvPr>
          <p:cNvSpPr txBox="1"/>
          <p:nvPr/>
        </p:nvSpPr>
        <p:spPr>
          <a:xfrm>
            <a:off x="240549" y="337905"/>
            <a:ext cx="4991018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ETL/ELT - Transformando dados em informações valiosas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DB0EF8-5C2E-9BA8-76A3-E1AF06EB3F80}"/>
              </a:ext>
            </a:extLst>
          </p:cNvPr>
          <p:cNvSpPr txBox="1"/>
          <p:nvPr/>
        </p:nvSpPr>
        <p:spPr>
          <a:xfrm>
            <a:off x="240548" y="1014662"/>
            <a:ext cx="87235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Vamos aprofundar nosso conhecimento em ETL.</a:t>
            </a:r>
          </a:p>
          <a:p>
            <a:pPr>
              <a:buClr>
                <a:srgbClr val="92D050"/>
              </a:buClr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>
              <a:buClr>
                <a:srgbClr val="92D050"/>
              </a:buClr>
            </a:pPr>
            <a:r>
              <a:rPr lang="pt-PT" sz="1600" b="1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Desafio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: Extrair dados de vendas desde </a:t>
            </a:r>
            <a:r>
              <a:rPr lang="pt-PT" sz="1600" b="1" u="sng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Janeiro de 2025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até </a:t>
            </a:r>
            <a:r>
              <a:rPr lang="pt-PT" sz="1600" b="1" u="sng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19 de Julho de 2025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e transformar os dados para mostrar em % o crescimento ou o declínio das minhas vendas entre cada mês.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D7CD7F-39CE-FD59-7B3A-8357AE56A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725" y="3603573"/>
            <a:ext cx="1539927" cy="153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8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2931</TotalTime>
  <Words>70</Words>
  <Application>Microsoft Office PowerPoint</Application>
  <PresentationFormat>On-screen Show (16:9)</PresentationFormat>
  <Paragraphs>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Ubuntu</vt:lpstr>
      <vt:lpstr>Fira Code</vt:lpstr>
      <vt:lpstr>Arial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334</cp:revision>
  <dcterms:modified xsi:type="dcterms:W3CDTF">2025-07-19T14:24:11Z</dcterms:modified>
</cp:coreProperties>
</file>