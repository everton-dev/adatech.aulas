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56" r:id="rId2"/>
    <p:sldId id="257" r:id="rId3"/>
    <p:sldId id="305" r:id="rId4"/>
    <p:sldId id="306" r:id="rId5"/>
    <p:sldId id="261" r:id="rId6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8"/>
      <p:bold r:id="rId9"/>
    </p:embeddedFont>
    <p:embeddedFont>
      <p:font typeface="Ubuntu" panose="020B050403060203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B359C89-8565-78FE-D2DE-D33B5F40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BF5B15-7482-24D3-6B5B-27872E77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1A354BD-3907-B61D-4583-4B9DFBF71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968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F2CE8EB-2E45-F0F5-E4B7-D718E8819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365C955-9A43-49F7-B499-01A3CE7D6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4B324F1D-2D2D-A2B3-AD40-6FD7FB710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462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063521" y="3731617"/>
            <a:ext cx="315873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08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Conhecimento adquirido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Revisão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Conhecimento adquirido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49113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Desafios: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Pensar de maneira prática.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 e ETL e ELT.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Resolver problemas diários.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240548" y="2422150"/>
            <a:ext cx="491131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vimos?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Soluções de extração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diferença entre ETL e ELT.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Criação de soluções personalizadas utilizando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Python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Storage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Account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–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Blob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Storage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Functions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Factory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Soluções para problemas complexos envolvendo diferentes fontes de dados: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Blob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Storage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Database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APIs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REST.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Conteúdo prático e exemplos reais.</a:t>
            </a:r>
          </a:p>
        </p:txBody>
      </p:sp>
      <p:pic>
        <p:nvPicPr>
          <p:cNvPr id="2" name="Picture 1" descr="Azure SQL Database の便利機能!!使わないと損ですよ!! - NEXTSCAPE blog">
            <a:extLst>
              <a:ext uri="{FF2B5EF4-FFF2-40B4-BE49-F238E27FC236}">
                <a16:creationId xmlns:a16="http://schemas.microsoft.com/office/drawing/2014/main" id="{1A5A26EF-D757-4B60-F3D8-6BB861AE7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830" y="978293"/>
            <a:ext cx="1004170" cy="100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Microsoft Azure | One Data">
            <a:extLst>
              <a:ext uri="{FF2B5EF4-FFF2-40B4-BE49-F238E27FC236}">
                <a16:creationId xmlns:a16="http://schemas.microsoft.com/office/drawing/2014/main" id="{277F7243-28F9-0FCB-A32F-AD39C4A82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624" y="-49549"/>
            <a:ext cx="1997759" cy="13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zure Data Factory - Visual Studio Marketplace">
            <a:extLst>
              <a:ext uri="{FF2B5EF4-FFF2-40B4-BE49-F238E27FC236}">
                <a16:creationId xmlns:a16="http://schemas.microsoft.com/office/drawing/2014/main" id="{ED93022F-F4AB-A0BF-D218-B48542D1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944" y="1015852"/>
            <a:ext cx="870019" cy="87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zure Blob Storage pricing | Microsoft Azure">
            <a:extLst>
              <a:ext uri="{FF2B5EF4-FFF2-40B4-BE49-F238E27FC236}">
                <a16:creationId xmlns:a16="http://schemas.microsoft.com/office/drawing/2014/main" id="{96357424-ADAF-CA71-0C4B-AEA0C0E3D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52" y="1099630"/>
            <a:ext cx="1529549" cy="80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icing - Functions | Microsoft Azure">
            <a:extLst>
              <a:ext uri="{FF2B5EF4-FFF2-40B4-BE49-F238E27FC236}">
                <a16:creationId xmlns:a16="http://schemas.microsoft.com/office/drawing/2014/main" id="{3903DF3B-E704-AE92-942B-F98B247E5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963" y="1047080"/>
            <a:ext cx="1822068" cy="956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EE86C86F-CCC5-31EB-97A4-95840B62E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959" y="2338376"/>
            <a:ext cx="4264842" cy="255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6A0EB8-2084-A797-87FE-6E03BA62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21F8F8-CC36-37E0-D9A7-808882A198E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Exemplos reais de empresas que utilizam ETL e ELT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494D661-D296-C942-FF72-106C7BD582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Conhecimento adquirido</a:t>
            </a:r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CFD10054-035E-3E9F-CD96-93BF75ABE5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7786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62948A-CDEE-55A1-74DB-1A8ED105EC06}"/>
              </a:ext>
            </a:extLst>
          </p:cNvPr>
          <p:cNvSpPr txBox="1"/>
          <p:nvPr/>
        </p:nvSpPr>
        <p:spPr>
          <a:xfrm>
            <a:off x="1190293" y="748210"/>
            <a:ext cx="2656322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Streaming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Processa grandes volumes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Preferências do usuário.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Recomendações.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Google Shape;66;p14">
            <a:extLst>
              <a:ext uri="{FF2B5EF4-FFF2-40B4-BE49-F238E27FC236}">
                <a16:creationId xmlns:a16="http://schemas.microsoft.com/office/drawing/2014/main" id="{E342D0D3-4BA3-155D-B787-6F015930F2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222065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9B545C-C4CC-9A90-5799-BBFD8B9C8069}"/>
              </a:ext>
            </a:extLst>
          </p:cNvPr>
          <p:cNvSpPr txBox="1"/>
          <p:nvPr/>
        </p:nvSpPr>
        <p:spPr>
          <a:xfrm>
            <a:off x="1176340" y="2205068"/>
            <a:ext cx="2656322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E-commerce 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Integrar dados de várias fontes.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Pedidos.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Inventário.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Cadeia de suprimentos.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1" name="Google Shape;66;p14">
            <a:extLst>
              <a:ext uri="{FF2B5EF4-FFF2-40B4-BE49-F238E27FC236}">
                <a16:creationId xmlns:a16="http://schemas.microsoft.com/office/drawing/2014/main" id="{531554B4-F08A-53B4-F717-778F026B9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6" y="36480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140AF8-B9FA-D81E-AAE0-EFD87D6FFD4C}"/>
              </a:ext>
            </a:extLst>
          </p:cNvPr>
          <p:cNvSpPr txBox="1"/>
          <p:nvPr/>
        </p:nvSpPr>
        <p:spPr>
          <a:xfrm>
            <a:off x="1180623" y="3602742"/>
            <a:ext cx="2648888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Transporte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Viagens.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Localização.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Tempo e custo.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Otimizar rotas.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Eficiência dos motoristas.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BFF34A92-C706-3AE6-92B6-AD9E991AAC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330" y="1636239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A2727C-D95B-AD45-74B2-6919F559B60F}"/>
              </a:ext>
            </a:extLst>
          </p:cNvPr>
          <p:cNvSpPr txBox="1"/>
          <p:nvPr/>
        </p:nvSpPr>
        <p:spPr>
          <a:xfrm>
            <a:off x="4909277" y="1613220"/>
            <a:ext cx="2552186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Hospedagem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Anúncios de aluguéis.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Avaliações dos hospedes.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Melhorar a experiência do usuário.</a:t>
            </a:r>
          </a:p>
        </p:txBody>
      </p:sp>
      <p:pic>
        <p:nvPicPr>
          <p:cNvPr id="19" name="Google Shape;66;p14">
            <a:extLst>
              <a:ext uri="{FF2B5EF4-FFF2-40B4-BE49-F238E27FC236}">
                <a16:creationId xmlns:a16="http://schemas.microsoft.com/office/drawing/2014/main" id="{840AAD8D-0D32-020C-3EC9-EAC0F02B3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989" y="306619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D78794-7900-718E-B9BD-F2514CB81B16}"/>
              </a:ext>
            </a:extLst>
          </p:cNvPr>
          <p:cNvSpPr txBox="1"/>
          <p:nvPr/>
        </p:nvSpPr>
        <p:spPr>
          <a:xfrm>
            <a:off x="4917566" y="3043177"/>
            <a:ext cx="2424952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Música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Reprodução musical.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Dados demográficos.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Playlists.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Recomendações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C5AC7-2923-DB57-96E6-4936A71A9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9" y="1490554"/>
            <a:ext cx="519215" cy="519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132FC-87ED-3243-DB8F-15E868655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19" y="3019858"/>
            <a:ext cx="399942" cy="399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34A8AF-CC54-CAE5-B5DC-CB595CF10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57" y="4418142"/>
            <a:ext cx="450556" cy="4505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E00E40-98C9-7B2D-81E9-98ED9CEE12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2283" y="2362840"/>
            <a:ext cx="474307" cy="4743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CC6244-F363-0096-5BDD-BA7769EC72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2283" y="3803985"/>
            <a:ext cx="459698" cy="45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E70F2C2-2108-A6D0-30DB-F0F7BFDB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D80AFA6-E76F-3D9A-A9C5-F637B37F918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Boas práticas!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DFB336E-4A48-D8FE-2A6F-0752FB9C32A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08 | Conhecimento adquirido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DED2F-22E0-1767-68B8-95ADBC195F77}"/>
              </a:ext>
            </a:extLst>
          </p:cNvPr>
          <p:cNvSpPr txBox="1"/>
          <p:nvPr/>
        </p:nvSpPr>
        <p:spPr>
          <a:xfrm>
            <a:off x="240548" y="833709"/>
            <a:ext cx="491131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Factory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Tenha objetivos claros.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Planeje cada etapa do seu pipeline.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sempre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Linked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Services.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Divida seu pipeline em etapas modulares.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Tratamento de erro de cada etapa.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Pense na construção da sua pipeline utilizando de paralelismo e particionamento dos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Ferramentas de monitoramento.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r>
              <a:rPr lang="pt-PT" sz="12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Dicas Importantes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Documente suas pipelines!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Teste antes de executar sua pipeline em produção.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Automatize tarefas repetitivas.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 dos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Consulte a documentação oficial do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Data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Factory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</p:txBody>
      </p:sp>
      <p:pic>
        <p:nvPicPr>
          <p:cNvPr id="4" name="Picture 4" descr="Microsoft Azure | One Data">
            <a:extLst>
              <a:ext uri="{FF2B5EF4-FFF2-40B4-BE49-F238E27FC236}">
                <a16:creationId xmlns:a16="http://schemas.microsoft.com/office/drawing/2014/main" id="{67BE311B-B190-593B-01A2-D3BC0F98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805" y="999763"/>
            <a:ext cx="1997759" cy="133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zure Data Factory - Visual Studio Marketplace">
            <a:extLst>
              <a:ext uri="{FF2B5EF4-FFF2-40B4-BE49-F238E27FC236}">
                <a16:creationId xmlns:a16="http://schemas.microsoft.com/office/drawing/2014/main" id="{1C851473-3BFD-DB65-3948-D2514245F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74" y="2028625"/>
            <a:ext cx="1592437" cy="159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33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4776</TotalTime>
  <Words>268</Words>
  <Application>Microsoft Office PowerPoint</Application>
  <PresentationFormat>On-screen Show (16:9)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Ubuntu</vt:lpstr>
      <vt:lpstr>Fira Code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427</cp:revision>
  <dcterms:modified xsi:type="dcterms:W3CDTF">2025-07-28T21:31:19Z</dcterms:modified>
</cp:coreProperties>
</file>