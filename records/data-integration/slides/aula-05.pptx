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5"/>
  </p:notesMasterIdLst>
  <p:sldIdLst>
    <p:sldId id="256" r:id="rId2"/>
    <p:sldId id="296" r:id="rId3"/>
    <p:sldId id="261" r:id="rId4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6"/>
      <p:bold r:id="rId7"/>
    </p:embeddedFont>
    <p:embeddedFont>
      <p:font typeface="Ubuntu" panose="020B050403060203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1F66E8F0-23AE-7846-C32E-7401E63F6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0694BC94-8871-A8AC-4FB0-916FAEA224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5B202E88-BA38-BF9E-886B-C449196ED2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2542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5171607" y="3731617"/>
            <a:ext cx="4050647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05 |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SQL Server – Criando uma instancia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E7C560E3-5032-AD57-DA81-DDF542DBF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2905E9FE-1358-C067-E8CB-D41D23EE8922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Banco de dados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84676C41-EB65-F970-591B-A14F737EF950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05 | SQL Server – Criando uma instancia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F0BF11-BFB1-B25E-198E-DD607E2C4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170" y="3603573"/>
            <a:ext cx="1539927" cy="1539927"/>
          </a:xfrm>
          <a:prstGeom prst="rect">
            <a:avLst/>
          </a:prstGeom>
        </p:spPr>
      </p:pic>
      <p:pic>
        <p:nvPicPr>
          <p:cNvPr id="1026" name="Picture 2" descr="Azure SQL Database の便利機能!!使わないと損ですよ!! - NEXTSCAPE blog">
            <a:extLst>
              <a:ext uri="{FF2B5EF4-FFF2-40B4-BE49-F238E27FC236}">
                <a16:creationId xmlns:a16="http://schemas.microsoft.com/office/drawing/2014/main" id="{06F9A681-F849-5EB7-8543-0248A61CD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9135" y="1002673"/>
            <a:ext cx="1539927" cy="1539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crosoft Azure | One Data">
            <a:extLst>
              <a:ext uri="{FF2B5EF4-FFF2-40B4-BE49-F238E27FC236}">
                <a16:creationId xmlns:a16="http://schemas.microsoft.com/office/drawing/2014/main" id="{0BDA9EBB-81BD-7E8A-DFA5-46064AC9D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861" y="911360"/>
            <a:ext cx="2734455" cy="1827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28695B-3AA2-AACD-E68B-F775A276E6E5}"/>
              </a:ext>
            </a:extLst>
          </p:cNvPr>
          <p:cNvSpPr txBox="1"/>
          <p:nvPr/>
        </p:nvSpPr>
        <p:spPr>
          <a:xfrm>
            <a:off x="2556062" y="2732825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000" u="sng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https://portal.azure.com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813A91-4C1B-D100-ADAF-19ACB676D8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943" y="3172714"/>
            <a:ext cx="968113" cy="9681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605895-C069-925F-8D36-F601ED0C55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8596" y="4047188"/>
            <a:ext cx="400110" cy="4001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1BBACF-773F-40EE-CBEB-C268105CE2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4409" y="4085480"/>
            <a:ext cx="295181" cy="2951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FB3415-BA49-A06E-98AD-3483823396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5293" y="4000793"/>
            <a:ext cx="464553" cy="46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2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3557</TotalTime>
  <Words>30</Words>
  <Application>Microsoft Office PowerPoint</Application>
  <PresentationFormat>On-screen Show (16:9)</PresentationFormat>
  <Paragraphs>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Ubuntu</vt:lpstr>
      <vt:lpstr>Fira Code</vt:lpstr>
      <vt:lpstr>Arial</vt:lpstr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371</cp:revision>
  <dcterms:modified xsi:type="dcterms:W3CDTF">2025-07-19T22:26:09Z</dcterms:modified>
</cp:coreProperties>
</file>