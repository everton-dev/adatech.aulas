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91" r:id="rId4"/>
    <p:sldId id="262" r:id="rId5"/>
    <p:sldId id="285" r:id="rId6"/>
    <p:sldId id="292" r:id="rId7"/>
    <p:sldId id="293" r:id="rId8"/>
    <p:sldId id="294" r:id="rId9"/>
    <p:sldId id="295" r:id="rId10"/>
    <p:sldId id="296" r:id="rId11"/>
    <p:sldId id="268" r:id="rId12"/>
    <p:sldId id="26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  <p:embeddedFont>
      <p:font typeface="Ubuntu Light" panose="020B0304030602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A7F0796-8C57-44D4-A689-09048B7A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0A2C896-6CCC-9935-8D1E-DC79D1E99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7232709-F46D-DC7A-3374-F77C27E3C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986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A8E986F-DF34-DD65-93C3-172C056C2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90244D5-390E-B676-69B8-820CFC98F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540EC87-0117-8909-EE00-3034A7768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19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990680E-5046-81A0-560A-943098FD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D0A4761-7D85-6C5C-0F6D-8030DAD2C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34867BB-3DBE-AE51-E1F0-DCFE8EA72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323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F28B13E-A554-9D87-0187-BE0424C4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BBB4200-5663-6166-A592-9A904AABD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9411306-9AD6-61CA-0A1F-8974E2C64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50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B3F2A4B-D2F1-663C-66CD-43C5F7D6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0F31FCD-9C03-D916-E928-9CF4CC830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B7EB661-1D3F-3D35-32E8-C496464C1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168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B9D3257-FD10-EB6C-6CFA-B71E71D8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BA2B9261-9DAF-7801-05A1-2C5B4B6AD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5EB1EA7-A120-48D8-8513-DFB54EFCBE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165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531654" y="3731617"/>
            <a:ext cx="36906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01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Soluções de extração de dados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Introdução ao curso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9" y="1446267"/>
            <a:ext cx="433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ETL, ELT e </a:t>
            </a: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Factory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1784821"/>
            <a:ext cx="4463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Extrair, Transformar e Carregar.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Extrair, Carregar e Transformar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dados.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Manipulação de dados com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Factory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1026" name="Picture 2" descr="Azure Data Factory - Visual Studio Marketplace">
            <a:extLst>
              <a:ext uri="{FF2B5EF4-FFF2-40B4-BE49-F238E27FC236}">
                <a16:creationId xmlns:a16="http://schemas.microsoft.com/office/drawing/2014/main" id="{AABCE55A-0CF1-C9A8-3CBE-766FA0F0E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790" y="333702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Azure – Wikipédia, a enciclopédia livre">
            <a:extLst>
              <a:ext uri="{FF2B5EF4-FFF2-40B4-BE49-F238E27FC236}">
                <a16:creationId xmlns:a16="http://schemas.microsoft.com/office/drawing/2014/main" id="{89422874-759E-3CB6-BBAE-6C01542E4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467" y="3586395"/>
            <a:ext cx="720464" cy="72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7DE7D63-D19F-4624-0676-D03D4C90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054" y="1291965"/>
            <a:ext cx="3839355" cy="255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2E8A754-E7A6-DE27-04AA-7E88C92D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E4C0EF0B-D1D8-3010-16C8-3B5B4D8C8B09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Pré-requisitos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C984774-BEA5-908F-1120-35411947ECD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18A7E-2BD0-0847-EFC9-699DCA491C47}"/>
              </a:ext>
            </a:extLst>
          </p:cNvPr>
          <p:cNvSpPr txBox="1"/>
          <p:nvPr/>
        </p:nvSpPr>
        <p:spPr>
          <a:xfrm>
            <a:off x="240550" y="874588"/>
            <a:ext cx="433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Recomendações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D38DB-C49A-54D0-C7F0-7FB70CD95052}"/>
              </a:ext>
            </a:extLst>
          </p:cNvPr>
          <p:cNvSpPr txBox="1"/>
          <p:nvPr/>
        </p:nvSpPr>
        <p:spPr>
          <a:xfrm>
            <a:off x="240549" y="1213142"/>
            <a:ext cx="62726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Conhecimentos básicos de lógica de programação.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Análise de dados (desejável).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 já tenha contato e saiba navegar pelo portal.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45FFF-FE64-658C-688B-0D1A812F1C8A}"/>
              </a:ext>
            </a:extLst>
          </p:cNvPr>
          <p:cNvSpPr txBox="1"/>
          <p:nvPr/>
        </p:nvSpPr>
        <p:spPr>
          <a:xfrm>
            <a:off x="240549" y="2673185"/>
            <a:ext cx="433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Durante o curso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6C978-770E-E8FF-F774-9435744CB933}"/>
              </a:ext>
            </a:extLst>
          </p:cNvPr>
          <p:cNvSpPr txBox="1"/>
          <p:nvPr/>
        </p:nvSpPr>
        <p:spPr>
          <a:xfrm>
            <a:off x="240548" y="3011739"/>
            <a:ext cx="6272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Conta do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criada!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Python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instalado.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 da sua preferência</a:t>
            </a:r>
          </a:p>
        </p:txBody>
      </p:sp>
    </p:spTree>
    <p:extLst>
      <p:ext uri="{BB962C8B-B14F-4D97-AF65-F5344CB8AC3E}">
        <p14:creationId xmlns:p14="http://schemas.microsoft.com/office/powerpoint/2010/main" val="128730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879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dados e soluções de extração de dados.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Pipeline de extração de dados.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ELT (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Extract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Load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and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Transform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 e visão geral.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ETL (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Extract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Transform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and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Load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CFBB905-CAAB-90F2-FEBF-E06827EB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BE10757A-F643-E7FB-C555-ADC8DD3F4F12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Arquitetura de dados e soluções de extração de dados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4F46736-8FA8-96C6-EC46-7F5CA7776A2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BABD3-6C71-397B-969F-C3E50AFB9CEA}"/>
              </a:ext>
            </a:extLst>
          </p:cNvPr>
          <p:cNvSpPr txBox="1"/>
          <p:nvPr/>
        </p:nvSpPr>
        <p:spPr>
          <a:xfrm>
            <a:off x="240549" y="874588"/>
            <a:ext cx="85886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Arquitetura de dados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o conjunto de diretrizes e soluções que organizam como os dados são coletados, processados e armazenados para atender às necessidades de uma organização.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D48C2-089F-742A-E65F-A8D2A9FB03B6}"/>
              </a:ext>
            </a:extLst>
          </p:cNvPr>
          <p:cNvSpPr txBox="1"/>
          <p:nvPr/>
        </p:nvSpPr>
        <p:spPr>
          <a:xfrm>
            <a:off x="240549" y="2209625"/>
            <a:ext cx="8588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Extração de dados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Informações de diferentes fontes e prepará-las para análise ou armazenamento, sejam elas estruturadas, como bancos de dados, ou não estruturadas.</a:t>
            </a: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8B599ABE-E2A9-89A5-C37B-A6CA00F07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407" y="3062940"/>
            <a:ext cx="3261765" cy="195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79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E30082E-3047-3BB9-BFAF-3CEE4B93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C9DD62F-0BE1-2C60-7E7B-484DDF305A17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Pipeline de extração de dados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4C4A03E-2244-181C-2C0D-96133B7E543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4C0DF6-7CB9-4DA7-8E2C-B074D8BA942D}"/>
              </a:ext>
            </a:extLst>
          </p:cNvPr>
          <p:cNvSpPr txBox="1"/>
          <p:nvPr/>
        </p:nvSpPr>
        <p:spPr>
          <a:xfrm>
            <a:off x="240549" y="874588"/>
            <a:ext cx="85886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 de encanamento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Coleta de várias fontes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Transforma.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Entrega esses dados em um destino.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CAD84820-7721-900A-261E-04E9D9DA3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33" y="1859473"/>
            <a:ext cx="8154651" cy="312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33FE14-C20B-9D04-1EF3-90CBDD2B0586}"/>
              </a:ext>
            </a:extLst>
          </p:cNvPr>
          <p:cNvSpPr txBox="1"/>
          <p:nvPr/>
        </p:nvSpPr>
        <p:spPr>
          <a:xfrm>
            <a:off x="6183443" y="476374"/>
            <a:ext cx="2440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“Data is the new oil”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 Clive Robert Humby</a:t>
            </a:r>
            <a:endParaRPr lang="pt-PT" dirty="0">
              <a:solidFill>
                <a:schemeClr val="bg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87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20B4563-FECF-A164-3C84-7B3ED0F1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30B620F-C335-9B88-8DAF-168B17E88EE2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ETL (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xtract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,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T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ransform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and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L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oad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)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51B2DC4-4C83-B5CD-BF0C-07935D06AD0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39299-AF34-0989-44AF-F0D0FAABDCD1}"/>
              </a:ext>
            </a:extLst>
          </p:cNvPr>
          <p:cNvSpPr txBox="1"/>
          <p:nvPr/>
        </p:nvSpPr>
        <p:spPr>
          <a:xfrm>
            <a:off x="240549" y="874588"/>
            <a:ext cx="85886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dos mais tradicionais processos de transformação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Dividido em três 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etaps</a:t>
            </a: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Extrair dados brutos de uma ou mais fontes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Transformar os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Carrega os dados em um banco de dados destino.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A5F42A3-AF1F-136C-D6FA-C124A0526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9" y="2288484"/>
            <a:ext cx="6294541" cy="273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72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4820410-C66B-03B1-F84C-F42EDD4D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0007A41-3785-CE36-8FAD-BB92BF9A3FE3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ELT (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xtract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,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L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oad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and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T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ransform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)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CF78F31-A346-A1FA-3561-35B5AE800302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B6FE6-CE08-716C-DBC1-A61C4C9C25E3}"/>
              </a:ext>
            </a:extLst>
          </p:cNvPr>
          <p:cNvSpPr txBox="1"/>
          <p:nvPr/>
        </p:nvSpPr>
        <p:spPr>
          <a:xfrm>
            <a:off x="240549" y="874588"/>
            <a:ext cx="85886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Modernização do processo de ETL.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Inverte a ordem de etapa da transformação.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Trás agilidade ao processo.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Carrega os dados brutos em uma nova base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responsabilidade de transformação dos dados ficam do lado do Data </a:t>
            </a:r>
            <a:r>
              <a:rPr lang="pt-PT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warehouse</a:t>
            </a: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E6E7F8-AC94-D1C8-6416-2853D293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93" y="2496575"/>
            <a:ext cx="6077813" cy="252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96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F06FCA1-6BA2-3198-8867-93B0DC00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4784549-7438-F1A3-355D-40C324B984FC}"/>
              </a:ext>
            </a:extLst>
          </p:cNvPr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Importância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98B8F6E-5B0B-9BBC-AD8C-C6E7B58A8C8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2BBEAA-B1C0-EB37-9F13-1590FF153906}"/>
              </a:ext>
            </a:extLst>
          </p:cNvPr>
          <p:cNvSpPr txBox="1"/>
          <p:nvPr/>
        </p:nvSpPr>
        <p:spPr>
          <a:xfrm>
            <a:off x="240549" y="874588"/>
            <a:ext cx="85886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Mas por que esses processos são importantes?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Ajudam que as empresas integrem e centralizem seus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Qualidade.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Acessibilidade para análise.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Tomada de decisão.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Transforma dados em informações úteis para decisões estratégicas.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Sem esses processos as empresas tomariam decisões com base em suposições.</a:t>
            </a:r>
          </a:p>
        </p:txBody>
      </p:sp>
    </p:spTree>
    <p:extLst>
      <p:ext uri="{BB962C8B-B14F-4D97-AF65-F5344CB8AC3E}">
        <p14:creationId xmlns:p14="http://schemas.microsoft.com/office/powerpoint/2010/main" val="17502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1D4A9420-49D4-DD4C-9737-6DCE8D138F29}"/>
              </a:ext>
            </a:extLst>
          </p:cNvPr>
          <p:cNvSpPr txBox="1"/>
          <p:nvPr/>
        </p:nvSpPr>
        <p:spPr>
          <a:xfrm>
            <a:off x="251439" y="56469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Demonstração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5D017E11-063F-ABF7-B5D7-4AFF4127BD81}"/>
              </a:ext>
            </a:extLst>
          </p:cNvPr>
          <p:cNvSpPr txBox="1"/>
          <p:nvPr/>
        </p:nvSpPr>
        <p:spPr>
          <a:xfrm>
            <a:off x="251439" y="270017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Soluções de extração de dados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51438" y="806700"/>
            <a:ext cx="864112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 prático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 que você é um engenheiro de dados em uma empresa de e-commerce que está expandindo suas operações globalmente. A empresa possui várias fontes de dados, incluindo sistemas de CRM, ERP, transações de vendas, e dados de marketing. Nossa tarefa será integrar esses dados em um data </a:t>
            </a:r>
            <a:r>
              <a:rPr lang="pt-PT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warehouse</a:t>
            </a: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central para análise e tomada de decisões.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EDCD2-0E08-EED2-CCB2-69A2D1CC7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34" y="3547104"/>
            <a:ext cx="1539927" cy="1539927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59312C6-8A99-46D5-1C9F-98E661F4E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15" y="2222472"/>
            <a:ext cx="6294541" cy="273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80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272990" y="1537130"/>
            <a:ext cx="4810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F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undamentos necessários para uma construção de um processo de ETL e ELT.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Visão geral do curso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Sistemas distribuídos e visão geral do curso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B9540F9F-4755-21D1-ED20-07CF5947A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292" y="1965079"/>
            <a:ext cx="4636288" cy="278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542</Words>
  <Application>Microsoft Office PowerPoint</Application>
  <PresentationFormat>On-screen Show (16:9)</PresentationFormat>
  <Paragraphs>72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Fira Code</vt:lpstr>
      <vt:lpstr>Wingdings</vt:lpstr>
      <vt:lpstr>Arial</vt:lpstr>
      <vt:lpstr>Ubuntu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333</cp:revision>
  <dcterms:modified xsi:type="dcterms:W3CDTF">2025-07-18T17:31:40Z</dcterms:modified>
</cp:coreProperties>
</file>