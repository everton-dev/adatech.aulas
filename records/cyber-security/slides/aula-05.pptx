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62" r:id="rId3"/>
    <p:sldId id="257" r:id="rId4"/>
    <p:sldId id="300" r:id="rId5"/>
    <p:sldId id="301" r:id="rId6"/>
    <p:sldId id="302" r:id="rId7"/>
    <p:sldId id="303" r:id="rId8"/>
    <p:sldId id="304" r:id="rId9"/>
    <p:sldId id="305" r:id="rId10"/>
    <p:sldId id="268" r:id="rId11"/>
    <p:sldId id="261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Ubuntu" panose="020B0504030602030204" pitchFamily="34" charset="0"/>
      <p:regular r:id="rId16"/>
      <p:bold r:id="rId17"/>
      <p:italic r:id="rId18"/>
      <p:boldItalic r:id="rId19"/>
    </p:embeddedFont>
    <p:embeddedFont>
      <p:font typeface="Ubuntu Light" panose="020B0304030602030204" pitchFamily="34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54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10BB6E4-F0A4-6DDC-B95E-11FD913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F2DD82C-B39C-43C5-13F2-7F7B076A9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4173346-6517-13D5-90AA-D21168278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462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F03C1C2-F3F7-20A8-83BC-48B11C2B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B035ACE-E420-3E45-8BF5-5D7D57387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B63821E-39F0-E485-42A3-360593B4F2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132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DA46D46-C0EC-B77A-443F-84C94911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C7A57FE-2DF1-16B3-FD41-F24BD4F21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B6DD16D-58BB-42BC-8B28-13F882170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65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9BE860A-C9B8-3434-2B20-5C0CFA6A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2794580-4047-E7E0-584C-A2F359EF0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709051E-3742-542C-F735-056843A96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312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ED972FA-6DED-8436-28D5-EB3BAD79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4D501596-168D-9F6E-8AE6-908EE2D08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1FF26F6-E5BB-D62E-6B0E-0BDBBCEEE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321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B359C89-8565-78FE-D2DE-D33B5F40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7BF5B15-7482-24D3-6B5B-27872E770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1A354BD-3907-B61D-4583-4B9DFBF71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4968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512527" y="3731617"/>
            <a:ext cx="470972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05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Ameaças cibernéticas alimentadas por IA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impacto da IA em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cibersegurança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Ameaças cibernéticas alimentadas por IA.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Estratégias para Mitigar as Ameaças.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Ataques que podem ser feitos por IA.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impacto da IA em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cibersegurança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9" y="1167405"/>
            <a:ext cx="536479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Inteligência artificial é uma ferramenta poderosa para as empresas mas...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Pode ser usada por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cibercriminosos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Ataques precisos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Personalizados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Difíceis de identificar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240548" y="2663282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Vamos explorar essas ameaças cibernéticas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Spear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phishing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Exploits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dinâmico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Bots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44DFA3-0BAD-C016-6C78-C375F7903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708" y="1031719"/>
            <a:ext cx="3263126" cy="32631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9FBCF66-6856-6B7F-A2AB-73F661C8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5B6EE5C-CD3A-2F06-895E-091351254F3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229ADD2-8AEF-BF10-455E-5ACF0A6014B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B8F16-EE62-0DAE-4B3C-170C70385EB6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Spear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Phishing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Engenharia Social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B338B-F3E5-6885-BDD7-B05FC999835F}"/>
              </a:ext>
            </a:extLst>
          </p:cNvPr>
          <p:cNvSpPr txBox="1"/>
          <p:nvPr/>
        </p:nvSpPr>
        <p:spPr>
          <a:xfrm>
            <a:off x="314890" y="1532517"/>
            <a:ext cx="46882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Para obter acesso a sistemas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AI analisa redes sociais e a vida da pessoa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9ED37-0ECF-FC15-2FFA-4A32C223661B}"/>
              </a:ext>
            </a:extLst>
          </p:cNvPr>
          <p:cNvSpPr txBox="1"/>
          <p:nvPr/>
        </p:nvSpPr>
        <p:spPr>
          <a:xfrm>
            <a:off x="314889" y="2933876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Receber e-mail do seu gerente.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Linguagem que reflete exatamente o estilo da pessoa.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Pedindo a aprovação de uma transferência financeira.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05323-40A5-4A38-B93A-2CBC7D392578}"/>
              </a:ext>
            </a:extLst>
          </p:cNvPr>
          <p:cNvSpPr txBox="1"/>
          <p:nvPr/>
        </p:nvSpPr>
        <p:spPr>
          <a:xfrm>
            <a:off x="5372499" y="2202718"/>
            <a:ext cx="36897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Educar os colaboradores.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Cuidado com urgências exageradas.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Pedido de informações sensíveis.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0DD682-FEDF-A7C6-29CD-C31565E4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889" y="287598"/>
            <a:ext cx="1583473" cy="158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864AE7A-B07C-62AC-7886-67B97798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6216352-3B34-3AF4-2673-880896327AF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24E6217-B348-6B38-48D9-6A675D37D742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57772-9245-99E2-40AF-845099C820C3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044DF-81AC-1FA1-3D43-FBE2DE8A4694}"/>
              </a:ext>
            </a:extLst>
          </p:cNvPr>
          <p:cNvSpPr txBox="1"/>
          <p:nvPr/>
        </p:nvSpPr>
        <p:spPr>
          <a:xfrm>
            <a:off x="314890" y="1532517"/>
            <a:ext cx="468829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Vídeos ou áudio falsificados.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Incrivelmente realistas.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Usada para manipular discursos.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Causador de pânico e prejuízos financeiros.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01976-7532-94DD-ED41-D11156688EA6}"/>
              </a:ext>
            </a:extLst>
          </p:cNvPr>
          <p:cNvSpPr txBox="1"/>
          <p:nvPr/>
        </p:nvSpPr>
        <p:spPr>
          <a:xfrm>
            <a:off x="314889" y="2933876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Usaram a voz de um CEO para convencer um funcionário a transferir grandes somas de dinheiro.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Voz parecia autentica.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Ninguém suspeitou.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AE6CD-1508-CA60-3D02-C254AC5F8AA0}"/>
              </a:ext>
            </a:extLst>
          </p:cNvPr>
          <p:cNvSpPr txBox="1"/>
          <p:nvPr/>
        </p:nvSpPr>
        <p:spPr>
          <a:xfrm>
            <a:off x="5372499" y="2202718"/>
            <a:ext cx="36897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Adotar protocolos para confirmar pedidos financeiros ou ações sensíveis.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Ligue diretamente a pessoa envolvida.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Usar ferramentas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detecção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baseadas em IA.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55A276-27A2-8176-D814-7A028550A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46" y="358362"/>
            <a:ext cx="1697375" cy="16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1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CECAA73B-F361-2B34-78D5-C66F78E7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0D899FF-E45B-8960-A849-EC3C3E27C23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3AF97CB-ECA3-B996-6CA6-3C42BF9CC90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42C36-8F6A-5AAF-A2F4-5F7BF9298E96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Desenvolvimento automatizado de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Exploits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507A9-4695-FF1F-F751-5C4BE073ADD1}"/>
              </a:ext>
            </a:extLst>
          </p:cNvPr>
          <p:cNvSpPr txBox="1"/>
          <p:nvPr/>
        </p:nvSpPr>
        <p:spPr>
          <a:xfrm>
            <a:off x="314890" y="1532517"/>
            <a:ext cx="46882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Falhas em sistemas exploradas por hackers.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Invadir ou causar danos.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6D0B0A-0D34-6EDB-5628-8798DE0DFAFD}"/>
              </a:ext>
            </a:extLst>
          </p:cNvPr>
          <p:cNvSpPr txBox="1"/>
          <p:nvPr/>
        </p:nvSpPr>
        <p:spPr>
          <a:xfrm>
            <a:off x="314889" y="2933876"/>
            <a:ext cx="468829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 grupo de hackers pode usar IA para varrer sistemas de uma empresa e encontrar falhas, lançando um ataque automatizado antes que a equipe de TI consiga responder.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541A6-AE34-FE2A-0C6A-C2E5E4C1AA0B}"/>
              </a:ext>
            </a:extLst>
          </p:cNvPr>
          <p:cNvSpPr txBox="1"/>
          <p:nvPr/>
        </p:nvSpPr>
        <p:spPr>
          <a:xfrm>
            <a:off x="5372499" y="2202718"/>
            <a:ext cx="368972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Auditorias frequentes de segurança.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Identificar e corrigir as vulnerabilidades.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Atualizações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patches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segurança.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264B5-0952-86A3-4A08-562C5A55C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46" y="260763"/>
            <a:ext cx="1843203" cy="184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9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A69A1FF-CEB6-D0B8-0FDD-F7EE2A26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837EB69-E4F0-33E7-D0A3-FA6CEF9111D1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DF65313-370D-6FCF-CC5F-615E3681A0C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3FFE7-909C-B212-D4D8-D1EDA2F03778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dinâmico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E03A9-4F9A-9CC7-3640-6BE7A56A6582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Software malicioso.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 instala em seus sistema se adapta e evita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detecção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6F1EFF-3B71-DA91-49FD-9441E44F1722}"/>
              </a:ext>
            </a:extLst>
          </p:cNvPr>
          <p:cNvSpPr txBox="1"/>
          <p:nvPr/>
        </p:nvSpPr>
        <p:spPr>
          <a:xfrm>
            <a:off x="314889" y="2933876"/>
            <a:ext cx="468829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que reconhece quando está sendo analisado.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Ele consegue mudar a sua operação para que não se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detectado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pelo antivírus.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182AA-904C-3379-FD67-4CC131CC10FD}"/>
              </a:ext>
            </a:extLst>
          </p:cNvPr>
          <p:cNvSpPr txBox="1"/>
          <p:nvPr/>
        </p:nvSpPr>
        <p:spPr>
          <a:xfrm>
            <a:off x="5372499" y="2202718"/>
            <a:ext cx="36897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Use soluções baseadas em AI que analisam o comportamento do software.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Implemente redes segmentadas para limitar o impacto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CC20EB-89AD-EC94-64B3-013810CA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46" y="262759"/>
            <a:ext cx="1910576" cy="191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0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7E07B175-F95B-2C9A-00DA-046E8F6C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7C414750-6962-E96E-D6AD-AAABAEE80BA8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82BD307-73C5-2B9A-865B-C359A63BAE1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6DA35-96D5-FA85-3428-3ADC1C297CE4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Botnets Impulsionados por IA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8E7F6-733E-86B7-023E-D0F2A57C5D6A}"/>
              </a:ext>
            </a:extLst>
          </p:cNvPr>
          <p:cNvSpPr txBox="1"/>
          <p:nvPr/>
        </p:nvSpPr>
        <p:spPr>
          <a:xfrm>
            <a:off x="314890" y="1532517"/>
            <a:ext cx="46882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Redes de dispositivos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infectados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Controlados remotamente.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0C345-AF5A-6DEC-42EE-F2F4A5E89E51}"/>
              </a:ext>
            </a:extLst>
          </p:cNvPr>
          <p:cNvSpPr txBox="1"/>
          <p:nvPr/>
        </p:nvSpPr>
        <p:spPr>
          <a:xfrm>
            <a:off x="314889" y="2933876"/>
            <a:ext cx="468829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Pode lançar ataque de serviços (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DDoS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 AI isso fica mais eficaz, alternando entre alvos e métodos.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Tornando o bloqueio quase impossível.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E7234-31B0-DFB2-B068-1DA03AFA123B}"/>
              </a:ext>
            </a:extLst>
          </p:cNvPr>
          <p:cNvSpPr txBox="1"/>
          <p:nvPr/>
        </p:nvSpPr>
        <p:spPr>
          <a:xfrm>
            <a:off x="5372499" y="2202718"/>
            <a:ext cx="36897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Monitore o tráfego da rede para identificar atividades anômalas.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firewalls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avançados que reconhecem padrões de ataque dinâmico.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C3331-D485-FD6E-DCF9-4B356D01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46" y="124357"/>
            <a:ext cx="1947282" cy="19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7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6A0EB8-2084-A797-87FE-6E03BA62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921F8F8-CC36-37E0-D9A7-808882A198E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Estratégias para mitigar as ameaças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494D661-D296-C942-FF72-106C7BD5829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pic>
        <p:nvPicPr>
          <p:cNvPr id="5" name="Google Shape;66;p14">
            <a:extLst>
              <a:ext uri="{FF2B5EF4-FFF2-40B4-BE49-F238E27FC236}">
                <a16:creationId xmlns:a16="http://schemas.microsoft.com/office/drawing/2014/main" id="{CFD10054-035E-3E9F-CD96-93BF75ABE5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77866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62948A-CDEE-55A1-74DB-1A8ED105EC06}"/>
              </a:ext>
            </a:extLst>
          </p:cNvPr>
          <p:cNvSpPr txBox="1"/>
          <p:nvPr/>
        </p:nvSpPr>
        <p:spPr>
          <a:xfrm>
            <a:off x="1033935" y="748210"/>
            <a:ext cx="26563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Educação e treinamento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Treinar os funcionários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Identificar ataques</a:t>
            </a:r>
          </a:p>
        </p:txBody>
      </p:sp>
      <p:pic>
        <p:nvPicPr>
          <p:cNvPr id="9" name="Google Shape;66;p14">
            <a:extLst>
              <a:ext uri="{FF2B5EF4-FFF2-40B4-BE49-F238E27FC236}">
                <a16:creationId xmlns:a16="http://schemas.microsoft.com/office/drawing/2014/main" id="{E342D0D3-4BA3-155D-B787-6F015930F2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222065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9B545C-C4CC-9A90-5799-BBFD8B9C8069}"/>
              </a:ext>
            </a:extLst>
          </p:cNvPr>
          <p:cNvSpPr txBox="1"/>
          <p:nvPr/>
        </p:nvSpPr>
        <p:spPr>
          <a:xfrm>
            <a:off x="1033935" y="2205068"/>
            <a:ext cx="26563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Tecnologia de segurança Baseada em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Use AI para monitorar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Tráfego, anomalias e comportamentos</a:t>
            </a:r>
          </a:p>
        </p:txBody>
      </p:sp>
      <p:pic>
        <p:nvPicPr>
          <p:cNvPr id="11" name="Google Shape;66;p14">
            <a:extLst>
              <a:ext uri="{FF2B5EF4-FFF2-40B4-BE49-F238E27FC236}">
                <a16:creationId xmlns:a16="http://schemas.microsoft.com/office/drawing/2014/main" id="{531554B4-F08A-53B4-F717-778F026B98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26" y="364806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140AF8-B9FA-D81E-AAE0-EFD87D6FFD4C}"/>
              </a:ext>
            </a:extLst>
          </p:cNvPr>
          <p:cNvSpPr txBox="1"/>
          <p:nvPr/>
        </p:nvSpPr>
        <p:spPr>
          <a:xfrm>
            <a:off x="963267" y="3602742"/>
            <a:ext cx="29102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Redundância e protocolos de verificação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Processos críticos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Exigir verificações adicionais.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BFF34A92-C706-3AE6-92B6-AD9E991AAC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330" y="1636239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A2727C-D95B-AD45-74B2-6919F559B60F}"/>
              </a:ext>
            </a:extLst>
          </p:cNvPr>
          <p:cNvSpPr txBox="1"/>
          <p:nvPr/>
        </p:nvSpPr>
        <p:spPr>
          <a:xfrm>
            <a:off x="4676932" y="1613220"/>
            <a:ext cx="27708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Política de Atualizações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Patches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segurança.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Os mais recentes.</a:t>
            </a:r>
          </a:p>
        </p:txBody>
      </p:sp>
      <p:pic>
        <p:nvPicPr>
          <p:cNvPr id="19" name="Google Shape;66;p14">
            <a:extLst>
              <a:ext uri="{FF2B5EF4-FFF2-40B4-BE49-F238E27FC236}">
                <a16:creationId xmlns:a16="http://schemas.microsoft.com/office/drawing/2014/main" id="{840AAD8D-0D32-020C-3EC9-EAC0F02B33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989" y="306619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D78794-7900-718E-B9BD-F2514CB81B16}"/>
              </a:ext>
            </a:extLst>
          </p:cNvPr>
          <p:cNvSpPr txBox="1"/>
          <p:nvPr/>
        </p:nvSpPr>
        <p:spPr>
          <a:xfrm>
            <a:off x="4805141" y="3043177"/>
            <a:ext cx="26563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Simulação de Ataques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Identificar vulnerabilidades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Treinar respostas eficazes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76EEB9-B36B-973A-644B-C1B64A3F7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38" y="4404907"/>
            <a:ext cx="477054" cy="4770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EC9093-7C0A-D227-C6E1-C980672A2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836" y="1554889"/>
            <a:ext cx="428258" cy="4282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2D5AC0-BB7A-2FB9-7F4F-A6726111E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98" y="2936103"/>
            <a:ext cx="530035" cy="5300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CE364D1-9749-9F99-EF45-907D272B91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9578" y="2408664"/>
            <a:ext cx="450841" cy="4508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8FC9882-D7D1-418F-9683-0B47C4D842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858" y="3860148"/>
            <a:ext cx="384749" cy="38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8" y="2263988"/>
            <a:ext cx="525594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IA está sendo usada para criar ameaças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Estejamos atentos e preparados.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Ameaças cibernéticas alimentadas por IA</a:t>
            </a:r>
          </a:p>
        </p:txBody>
      </p:sp>
      <p:pic>
        <p:nvPicPr>
          <p:cNvPr id="5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“Como você acha que podemos equilibrar os benefícios da IA com a mitigação de seus riscos na segurança digital?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3335</TotalTime>
  <Words>627</Words>
  <Application>Microsoft Office PowerPoint</Application>
  <PresentationFormat>On-screen Show (16:9)</PresentationFormat>
  <Paragraphs>111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Fira Code</vt:lpstr>
      <vt:lpstr>Ubuntu Light</vt:lpstr>
      <vt:lpstr>Ubuntu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365</cp:revision>
  <dcterms:modified xsi:type="dcterms:W3CDTF">2025-02-09T11:51:14Z</dcterms:modified>
</cp:coreProperties>
</file>