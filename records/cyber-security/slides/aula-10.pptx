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20"/>
  </p:notesMasterIdLst>
  <p:sldIdLst>
    <p:sldId id="256" r:id="rId2"/>
    <p:sldId id="262" r:id="rId3"/>
    <p:sldId id="257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268" r:id="rId18"/>
    <p:sldId id="261" r:id="rId19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21"/>
      <p:bold r:id="rId22"/>
    </p:embeddedFont>
    <p:embeddedFont>
      <p:font typeface="Ubuntu" panose="020B0504030602030204" pitchFamily="34" charset="0"/>
      <p:regular r:id="rId23"/>
      <p:bold r:id="rId24"/>
      <p:italic r:id="rId25"/>
      <p:boldItalic r:id="rId26"/>
    </p:embeddedFont>
    <p:embeddedFont>
      <p:font typeface="Ubuntu Light" panose="020B0304030602030204" pitchFamily="34" charset="0"/>
      <p:regular r:id="rId27"/>
      <p: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546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710BB6E4-F0A4-6DDC-B95E-11FD9134A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5F2DD82C-B39C-43C5-13F2-7F7B076A96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B4173346-6517-13D5-90AA-D211682782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4462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E61C0C62-80BD-EDB9-A381-737247CB7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36E47098-1AC0-6A31-CAC2-2EF0392BBC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EA98C4FC-5B22-499B-1C4B-C16335893E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3613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91535DAC-F9E1-17BE-949C-18982BC07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277839A1-ABF2-3BC1-1F91-BB107C82C1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D5DC9CA5-E618-A078-C2F1-B9BEA7F1E6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9628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9DFC9E82-9970-D072-E7E7-15CD056AF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947DF7C7-4B80-1320-6572-484B0FE72D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D6FB8BFC-E57D-80BE-5211-5FFFF9BF66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8147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60CB3911-F2DF-0AE8-90AB-470FE3040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55A38090-2E60-0E39-3300-8AA06C9DD1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E4ACAC18-E2F7-C9FC-5AB4-80F5A9F1A0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4755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CB2A3D11-CAB3-9511-C54E-E04DC59E6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0D1D1471-1589-F2E9-1CFB-424B56FF78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92F22134-DF03-F579-806A-1A9659E74D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5044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C87B4DDA-CB4E-1FB5-1B2A-75CF0DC19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97FE4B24-EFDB-2C82-CF4F-1C0660DD35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20AABDAE-0C9D-27C4-5535-3CF42C68D1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36636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A16A8294-6DB2-6325-660A-DE3514177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4D4E6961-D6E8-1003-0E3A-367E8B1E71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E58C377B-D2A7-A859-5F68-3684DC7B2A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47462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50CE8E8A-02B5-5670-B491-F9BB9E3F0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F05483D4-8071-C34C-08C2-D470B3DB58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A4E5CC79-2281-8752-D5E9-981100F438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53310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5A96ABB7-7844-9C32-DB90-B22F6F1E0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E7C54FA9-D55A-20EE-EFE9-558985AC7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8894D58D-DC37-2FDE-61E2-F43C813591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8538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4666BA9E-F2F4-9097-C54B-CF96F84C9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F7ACCACA-9C17-0B79-BDBE-CDAC9C36D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90D9565D-2610-877C-D981-B5D8875E10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43482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446AE6AB-ED3F-8CCB-EAD1-716D7D838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A6E9ED9B-8A75-9AC8-2B60-78E00693C1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F6A38F68-F9CA-CC12-DDC0-D7C91DE473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78274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95784970-C7B0-B66F-8482-7D5DE7DA4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198D48E6-04BD-6EE3-C70D-E9650D7ED3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77FC738E-2811-4656-28A1-4CE329AB05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36973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5910146" y="3731617"/>
            <a:ext cx="3312108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10 |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O que é engenharia social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E96825-65C5-6CCC-642F-5CEC20F1091B}"/>
              </a:ext>
            </a:extLst>
          </p:cNvPr>
          <p:cNvSpPr txBox="1"/>
          <p:nvPr/>
        </p:nvSpPr>
        <p:spPr>
          <a:xfrm>
            <a:off x="243551" y="191491"/>
            <a:ext cx="41804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b="0" i="0" u="none" strike="noStrike" cap="none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lang="pt-PT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137371" y="2430725"/>
            <a:ext cx="457200" cy="45720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158144" y="3090601"/>
            <a:ext cx="457200" cy="457200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153034" y="1770849"/>
            <a:ext cx="457200" cy="45720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154549" y="1110973"/>
            <a:ext cx="457200" cy="457200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145248" y="3750476"/>
            <a:ext cx="457200" cy="457200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644184" y="1208768"/>
            <a:ext cx="659284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Características dos ataques de engenharia social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678456" y="1865598"/>
            <a:ext cx="697489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Exemplos de ataques de engenharia social.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644184" y="3165312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Como se previr de ser vítima.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644184" y="3853596"/>
            <a:ext cx="419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Conclusão e reflexão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27170B4-15B4-932B-A6EA-D4557355A49F}"/>
              </a:ext>
            </a:extLst>
          </p:cNvPr>
          <p:cNvSpPr txBox="1"/>
          <p:nvPr/>
        </p:nvSpPr>
        <p:spPr>
          <a:xfrm>
            <a:off x="243550" y="403166"/>
            <a:ext cx="4700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10 | O que é engenharia social</a:t>
            </a:r>
          </a:p>
        </p:txBody>
      </p:sp>
      <p:sp>
        <p:nvSpPr>
          <p:cNvPr id="2" name="CaixaDeTexto 41">
            <a:extLst>
              <a:ext uri="{FF2B5EF4-FFF2-40B4-BE49-F238E27FC236}">
                <a16:creationId xmlns:a16="http://schemas.microsoft.com/office/drawing/2014/main" id="{E955987F-B6D3-1A84-2CB9-7B01818851A5}"/>
              </a:ext>
            </a:extLst>
          </p:cNvPr>
          <p:cNvSpPr txBox="1"/>
          <p:nvPr/>
        </p:nvSpPr>
        <p:spPr>
          <a:xfrm>
            <a:off x="1644184" y="2505436"/>
            <a:ext cx="700916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Ações do atacante.</a:t>
            </a: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  <p:bldP spid="43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Características dos ataques de engenharia social</a:t>
            </a: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10 | O que é engenharia social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60F7F2-6972-7E20-A4F6-EA70842765CC}"/>
              </a:ext>
            </a:extLst>
          </p:cNvPr>
          <p:cNvSpPr txBox="1"/>
          <p:nvPr/>
        </p:nvSpPr>
        <p:spPr>
          <a:xfrm>
            <a:off x="240548" y="833709"/>
            <a:ext cx="491131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Características: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Manipular pessoas (Persuasão e confiança).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Obter informações confidenciais.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Ações indesejadas.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 vitima toma atitudes que não tomaria.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DB0904-D677-5FA5-9966-66329E78AD66}"/>
              </a:ext>
            </a:extLst>
          </p:cNvPr>
          <p:cNvSpPr txBox="1"/>
          <p:nvPr/>
        </p:nvSpPr>
        <p:spPr>
          <a:xfrm>
            <a:off x="240548" y="2052090"/>
            <a:ext cx="491131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Emoções intensificadas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Manipulação emocional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Ações arriscadas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Irracionais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Estado emocional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F8C647-3FC4-846A-DC39-3819020E0C66}"/>
              </a:ext>
            </a:extLst>
          </p:cNvPr>
          <p:cNvSpPr txBox="1"/>
          <p:nvPr/>
        </p:nvSpPr>
        <p:spPr>
          <a:xfrm>
            <a:off x="240548" y="3270471"/>
            <a:ext cx="468829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Urgência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Oportunidades imperdíveis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CFCDDA-D25E-A4DF-BF65-F90F9CE4B34B}"/>
              </a:ext>
            </a:extLst>
          </p:cNvPr>
          <p:cNvSpPr txBox="1"/>
          <p:nvPr/>
        </p:nvSpPr>
        <p:spPr>
          <a:xfrm>
            <a:off x="240547" y="3943261"/>
            <a:ext cx="468829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Autoridade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Geralmente com uma fachada que traz credibilidade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FA2EBA-EF77-54BE-A087-D73337A2F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654" y="988277"/>
            <a:ext cx="3166946" cy="31669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2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89FBCF66-6856-6B7F-A2AB-73F661C8D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15B6EE5C-CD3A-2F06-895E-091351254F32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Características dos ataques de engenharia social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2229ADD2-8AEF-BF10-455E-5ACF0A6014B3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10 | O que é engenharia social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1B8F16-EE62-0DAE-4B3C-170C70385EB6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Baiting</a:t>
            </a:r>
            <a:endParaRPr lang="pt-PT" b="1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BB338B-F3E5-6885-BDD7-B05FC999835F}"/>
              </a:ext>
            </a:extLst>
          </p:cNvPr>
          <p:cNvSpPr txBox="1"/>
          <p:nvPr/>
        </p:nvSpPr>
        <p:spPr>
          <a:xfrm>
            <a:off x="314890" y="1532517"/>
            <a:ext cx="468829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Características: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Abusa da sua curiosidade.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Explora a vitima e a expõe ao agressor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Receber algo gratuito ou exclusivo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19ED37-0ECF-FC15-2FFA-4A32C223661B}"/>
              </a:ext>
            </a:extLst>
          </p:cNvPr>
          <p:cNvSpPr txBox="1"/>
          <p:nvPr/>
        </p:nvSpPr>
        <p:spPr>
          <a:xfrm>
            <a:off x="314889" y="2933876"/>
            <a:ext cx="468829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Exemplo: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Um funcionário um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pendrive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Rótulo “Relatório de Bonificações 2024”.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 vitima decide conectar o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pendrive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ao seu computador e verificar o conteúdo.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Pronto!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Malware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instalado!</a:t>
            </a:r>
          </a:p>
        </p:txBody>
      </p:sp>
      <p:pic>
        <p:nvPicPr>
          <p:cNvPr id="1026" name="Picture 2" descr="The Base of Security">
            <a:extLst>
              <a:ext uri="{FF2B5EF4-FFF2-40B4-BE49-F238E27FC236}">
                <a16:creationId xmlns:a16="http://schemas.microsoft.com/office/drawing/2014/main" id="{013D40CD-EBE9-72FF-236B-DF0C4E43F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7960" y="1297751"/>
            <a:ext cx="3875228" cy="254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4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BD309B1A-9E00-7CC0-93A1-104DB8CFE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F4F6C189-FCC8-6EC8-C05B-16FF41E5AEEC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Características dos ataques de engenharia social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52136A06-EAB9-0EB7-6C8F-CD52CB9FD6D7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10 | O que é engenharia social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F204E9-3B35-08CC-E851-55948E27D565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Ataques de pretexto (</a:t>
            </a: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Pretexting</a:t>
            </a: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E95386-A797-C006-3DC0-9813DFA898F1}"/>
              </a:ext>
            </a:extLst>
          </p:cNvPr>
          <p:cNvSpPr txBox="1"/>
          <p:nvPr/>
        </p:nvSpPr>
        <p:spPr>
          <a:xfrm>
            <a:off x="314890" y="1532517"/>
            <a:ext cx="468829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Características: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Utiliza a identidade enganadora como “pretexto” para estabelecer confiança.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0FADB9-8F8C-3DAF-374A-B08AB6352ED9}"/>
              </a:ext>
            </a:extLst>
          </p:cNvPr>
          <p:cNvSpPr txBox="1"/>
          <p:nvPr/>
        </p:nvSpPr>
        <p:spPr>
          <a:xfrm>
            <a:off x="314889" y="2933876"/>
            <a:ext cx="468829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Exemplo: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Um atacante liga para o departamento de TI.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Finge ser um auditor.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Solicita informações de acesso ao sistema.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Convence de que a solicitação é legítima.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Pronto! Obteve dados confidenciais.</a:t>
            </a:r>
          </a:p>
        </p:txBody>
      </p:sp>
      <p:pic>
        <p:nvPicPr>
          <p:cNvPr id="2050" name="Picture 2" descr="image">
            <a:extLst>
              <a:ext uri="{FF2B5EF4-FFF2-40B4-BE49-F238E27FC236}">
                <a16:creationId xmlns:a16="http://schemas.microsoft.com/office/drawing/2014/main" id="{C0DBE19A-6E5D-A8DD-5939-A04D10BFF3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259" y="1135250"/>
            <a:ext cx="3825193" cy="2872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4469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C5B1AAC7-C523-2B13-A8F0-EF4421EE6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197D4A86-ACB5-1F25-4A93-1811ADBA847D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Características dos ataques de engenharia social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92258175-5648-CE3D-9E5E-69C084129610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10 | O que é engenharia social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C71921-9828-613F-853D-A060539FEF9C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Tailgating</a:t>
            </a: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ou </a:t>
            </a: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Piggybacking</a:t>
            </a:r>
            <a:endParaRPr lang="pt-PT" b="1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F855EE-9773-F933-A954-CAD5240D01E0}"/>
              </a:ext>
            </a:extLst>
          </p:cNvPr>
          <p:cNvSpPr txBox="1"/>
          <p:nvPr/>
        </p:nvSpPr>
        <p:spPr>
          <a:xfrm>
            <a:off x="314890" y="1532517"/>
            <a:ext cx="468829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Características: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Seguir um membro autorizado da equipe em uma área de acesso restrito.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195C5B-B6BE-B49C-7B92-BD6E40C2B8EC}"/>
              </a:ext>
            </a:extLst>
          </p:cNvPr>
          <p:cNvSpPr txBox="1"/>
          <p:nvPr/>
        </p:nvSpPr>
        <p:spPr>
          <a:xfrm>
            <a:off x="314889" y="2933876"/>
            <a:ext cx="468829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Exemplo: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Um atacante tenta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acessar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uma área restrita da empresa.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Então, pede a um funcionário segurar a porta.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atacante se aproveita da cortesia humana.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Violação de controles físicos.</a:t>
            </a:r>
          </a:p>
        </p:txBody>
      </p:sp>
      <p:pic>
        <p:nvPicPr>
          <p:cNvPr id="3074" name="Picture 2" descr="A person opening a door&#10;&#10;Description automatically generated">
            <a:extLst>
              <a:ext uri="{FF2B5EF4-FFF2-40B4-BE49-F238E27FC236}">
                <a16:creationId xmlns:a16="http://schemas.microsoft.com/office/drawing/2014/main" id="{5575CFEB-45BA-47D3-1B33-0E54C16E8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1473" y="1582836"/>
            <a:ext cx="3637415" cy="2702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8262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A086DA51-AA3A-2DA0-82C2-61E661830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FD5A64C0-46E4-56A1-C7FD-F5913AF6FD65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Características dos ataques de engenharia social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B86E678C-7564-0141-3799-72922DD2E988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10 | O que é engenharia social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E1F5B-2C46-C743-24E3-33C15CFCFD0C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Watering</a:t>
            </a: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hole</a:t>
            </a:r>
            <a:endParaRPr lang="pt-PT" b="1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A8FA42-F014-7C38-B247-F4803CEC394C}"/>
              </a:ext>
            </a:extLst>
          </p:cNvPr>
          <p:cNvSpPr txBox="1"/>
          <p:nvPr/>
        </p:nvSpPr>
        <p:spPr>
          <a:xfrm>
            <a:off x="314890" y="1532517"/>
            <a:ext cx="468829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Características: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Infectam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páginas da web populares com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malware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Afeta muito usuários de uma vez.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atacante precisa encontrar vulnerabilidades nos sites populares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4BFDEC-80A4-922F-D54A-625858EC8CD2}"/>
              </a:ext>
            </a:extLst>
          </p:cNvPr>
          <p:cNvSpPr txBox="1"/>
          <p:nvPr/>
        </p:nvSpPr>
        <p:spPr>
          <a:xfrm>
            <a:off x="314889" y="2933876"/>
            <a:ext cx="4688291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Exemplo: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Um atacante compromete um site popular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infectando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com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malware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Os funcionários de uma empresa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acessam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o site.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 fazem download do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malware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sem saber.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7E620C5-9648-E16A-01B4-E3BA97FD4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9456" y="1925159"/>
            <a:ext cx="3481071" cy="1676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676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BF224104-D95A-C3E5-F42E-7A2EFC738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85484EED-3AB5-1845-ECF6-497DCF6FFA6A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Características dos ataques de engenharia social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56A4E961-E661-9C2F-82A1-91E37E1D15C7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10 | O que é engenharia social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0B0898-E55F-C308-C619-6B10D38BA90C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Quid</a:t>
            </a: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pro quo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8FCF4D-2238-1404-3D64-DFF8500759C9}"/>
              </a:ext>
            </a:extLst>
          </p:cNvPr>
          <p:cNvSpPr txBox="1"/>
          <p:nvPr/>
        </p:nvSpPr>
        <p:spPr>
          <a:xfrm>
            <a:off x="314890" y="1532517"/>
            <a:ext cx="468829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Características: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“Toma lá da cá”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Troca as suas informações pessoais por alguma recompensa ou outra compensação.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E99EEF-7851-6441-05D8-A8D935E21E36}"/>
              </a:ext>
            </a:extLst>
          </p:cNvPr>
          <p:cNvSpPr txBox="1"/>
          <p:nvPr/>
        </p:nvSpPr>
        <p:spPr>
          <a:xfrm>
            <a:off x="314889" y="2933876"/>
            <a:ext cx="468829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Exemplo: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usuário recebe dinheiro.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Enquanto o atacante ganha acesso aos sistemas.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5122" name="Picture 2" descr="Quid Pro Quo Attacks in Cybersecurity">
            <a:extLst>
              <a:ext uri="{FF2B5EF4-FFF2-40B4-BE49-F238E27FC236}">
                <a16:creationId xmlns:a16="http://schemas.microsoft.com/office/drawing/2014/main" id="{1282EF47-2745-95D3-2A7E-9DA5D0134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9428" y="2099102"/>
            <a:ext cx="3910768" cy="1669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9226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647748F8-F476-DF04-BF17-A77DC1BEB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923C5A72-863A-9415-BDF0-E6064268D5F2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Características dos ataques de engenharia social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DD813238-1B07-D5B3-FE35-E0C1BB7D14C4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10 | O que é engenharia social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EE834C-F3E5-BBF2-C72C-4F52794B4A50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Shoulder</a:t>
            </a: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Surfing</a:t>
            </a:r>
            <a:endParaRPr lang="pt-PT" b="1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BF862E-3274-6C60-A542-4C3221980E87}"/>
              </a:ext>
            </a:extLst>
          </p:cNvPr>
          <p:cNvSpPr txBox="1"/>
          <p:nvPr/>
        </p:nvSpPr>
        <p:spPr>
          <a:xfrm>
            <a:off x="314890" y="1532517"/>
            <a:ext cx="468829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Características: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Atacante observa fisicamente a vitima.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Ambientes públicos.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Obter informações: senhas, dados bancários e etc.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Sem o consentimento da pessoa.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A4B5C7-14CA-C7D3-3AB2-C841409ADA42}"/>
              </a:ext>
            </a:extLst>
          </p:cNvPr>
          <p:cNvSpPr txBox="1"/>
          <p:nvPr/>
        </p:nvSpPr>
        <p:spPr>
          <a:xfrm>
            <a:off x="314889" y="2933876"/>
            <a:ext cx="4688291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Exemplo: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atacante observa discretamente por cima do ombro de um funcionário.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funcionário está digitando a senha.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atacante se aproveitou da falta de atenção da vitima.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6146" name="Picture 2" descr="A person and person looking through binoculars&#10;&#10;Description automatically generated">
            <a:extLst>
              <a:ext uri="{FF2B5EF4-FFF2-40B4-BE49-F238E27FC236}">
                <a16:creationId xmlns:a16="http://schemas.microsoft.com/office/drawing/2014/main" id="{55B8D2CC-D813-6B76-27A8-4467CBBFA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8101" y="1780882"/>
            <a:ext cx="3691009" cy="2305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265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45534571-872F-6B2B-1235-5A94A2E75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8FBEF864-D70D-D8E6-104A-BF50D6267CF0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Exemplo de Ataque de Engenharia Social - Emprego Virtual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2728C1BD-A423-33B0-0EE8-BB79FC7903C9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10 | O que é engenharia social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0124B0-E92F-AE31-C4C5-06F6455120E0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Cenário do ataque</a:t>
            </a:r>
          </a:p>
        </p:txBody>
      </p:sp>
      <p:pic>
        <p:nvPicPr>
          <p:cNvPr id="7176" name="Picture 8">
            <a:extLst>
              <a:ext uri="{FF2B5EF4-FFF2-40B4-BE49-F238E27FC236}">
                <a16:creationId xmlns:a16="http://schemas.microsoft.com/office/drawing/2014/main" id="{2815B28C-6F23-54C8-45FC-7495F0F22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07" y="1395913"/>
            <a:ext cx="8503385" cy="3271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4986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90F20B7B-D0C8-95D1-10B7-CE191EF9F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0C9A2118-008F-A93B-AC2F-26B1E4655985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Exemplo de Ataque de Engenharia Social - Emprego Virtual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D7A6AC67-8F5D-D98B-4E21-28179521FA66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10 | O que é engenharia social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32957A-9FBC-63CC-8674-D4962A78BB0C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Cenário do ataque</a:t>
            </a: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A9B6709D-54C7-6268-BC49-8EDC96302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587" y="1462785"/>
            <a:ext cx="5838825" cy="322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0399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E296C997-6FF2-1E17-E8E8-ADFE26771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D9E99D2B-3C3C-FB11-1641-600D2C3308B6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Exemplo de Ataque de Engenharia Social - Emprego Virtual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E1DFF055-5964-629D-E6DF-FA9033088AD1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10 | O que é engenharia social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C53176-3943-9773-39CF-7D2D790D4CD4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Ação do atacante</a:t>
            </a: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41DAD47C-F4C7-A653-C4A4-273BE58EB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2643" y="883095"/>
            <a:ext cx="6802631" cy="392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 descr="Recrutamento online: como a Catho transforma processos e valoriza conexões  – Portal Melhor RH">
            <a:extLst>
              <a:ext uri="{FF2B5EF4-FFF2-40B4-BE49-F238E27FC236}">
                <a16:creationId xmlns:a16="http://schemas.microsoft.com/office/drawing/2014/main" id="{ADF8D31A-A9B3-7300-2720-CE68F155D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6056" y="2542014"/>
            <a:ext cx="1118375" cy="367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812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58947CE4-E774-A1B4-BB7A-B29B2E34E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1930D7E1-AFDF-4831-604D-B9F4231D41F0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Exemplo de Ataque de Engenharia Social - Emprego Virtual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E5E3F328-E4C2-88D4-2082-30D26E1E85F6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10 | O que é engenharia social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2F373B-674F-17FD-6169-41FAC871837C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Ação do atacante</a:t>
            </a: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C43279DB-735D-E251-0FBE-AD525D58E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911" y="956249"/>
            <a:ext cx="7476096" cy="3948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0290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BD40C51B-8B5B-EBCA-3110-160D684EE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44C71D3F-A2F7-844D-0E25-2E1A0AD86955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Como se prevenir de ser vítima?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676AAAA7-9265-8FC6-5089-D6FCBA97966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10 | O que é engenharia social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C4AD7C-47B8-4900-1F21-5FDDB8C1D2E6}"/>
              </a:ext>
            </a:extLst>
          </p:cNvPr>
          <p:cNvSpPr txBox="1"/>
          <p:nvPr/>
        </p:nvSpPr>
        <p:spPr>
          <a:xfrm>
            <a:off x="352061" y="1004692"/>
            <a:ext cx="363264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Verificar a legitimidade da vaga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Confirme se a vaga existe.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Site oficial da empresa.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Entre em contato com a empresa.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2B43B8-EE39-65EC-2675-06B5A7171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824" y="1141296"/>
            <a:ext cx="646306" cy="6463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654F11-792F-7F98-1314-554FD4829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025" y="1150511"/>
            <a:ext cx="627876" cy="6278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D56A0B-F0F0-2358-722A-B2B76AF3CA15}"/>
              </a:ext>
            </a:extLst>
          </p:cNvPr>
          <p:cNvSpPr txBox="1"/>
          <p:nvPr/>
        </p:nvSpPr>
        <p:spPr>
          <a:xfrm>
            <a:off x="352061" y="2233196"/>
            <a:ext cx="363264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Desconfie de pedidos de dinheiro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Nenhum empresa séria cobra taxas.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6B45918-F44C-B4FB-76A7-4FC697D177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4824" y="2113255"/>
            <a:ext cx="653740" cy="6537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5D562D4-C817-A3CD-E33E-8B39F1D63C64}"/>
              </a:ext>
            </a:extLst>
          </p:cNvPr>
          <p:cNvSpPr txBox="1"/>
          <p:nvPr/>
        </p:nvSpPr>
        <p:spPr>
          <a:xfrm>
            <a:off x="344628" y="2910304"/>
            <a:ext cx="364007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Cuidado ao compartilhar dados pessoais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Evite fornecer informações.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sensíveis antes de um contratação formal.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44AED58-0BE4-37B2-C99F-0559974131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2567" y="3092648"/>
            <a:ext cx="710819" cy="71081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3C26407-8CEB-2133-A0AC-5AB8FE840DD5}"/>
              </a:ext>
            </a:extLst>
          </p:cNvPr>
          <p:cNvSpPr txBox="1"/>
          <p:nvPr/>
        </p:nvSpPr>
        <p:spPr>
          <a:xfrm>
            <a:off x="352061" y="3988402"/>
            <a:ext cx="364007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Inspecionar links e e-mails recebidos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Verifique o domínio do e-mail.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Desconfie de erros ortográficos ou genéricos.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06563BF-1C2B-A42C-9B55-30FB9C674A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4824" y="4072041"/>
            <a:ext cx="705779" cy="70577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82E89B1-08DB-EDF5-757A-CAF0A447C17C}"/>
              </a:ext>
            </a:extLst>
          </p:cNvPr>
          <p:cNvSpPr txBox="1"/>
          <p:nvPr/>
        </p:nvSpPr>
        <p:spPr>
          <a:xfrm>
            <a:off x="5054160" y="2404462"/>
            <a:ext cx="373777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Investigar o recrutador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Tente verificar a identidade do recrutador.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57A82AC-7E64-F6BF-F3D8-E663B0D663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3049" y="2910304"/>
            <a:ext cx="722166" cy="72216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0CBF21D-7003-F359-7B27-51D793AEFF6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6581" y="3013707"/>
            <a:ext cx="505057" cy="50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790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4" grpId="0"/>
      <p:bldP spid="17" grpId="0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1CE485FB-C758-8140-A3F3-687031C96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248C63B7-6AFC-AB78-E46A-315B2984C03D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Contramedidas para evitar golpes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2DD26E8E-CA7B-CAB8-27C8-33B000B4AD46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10 | O que é engenharia social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8C4E6C-5B17-A9A5-DF34-19D3983EF6AB}"/>
              </a:ext>
            </a:extLst>
          </p:cNvPr>
          <p:cNvSpPr txBox="1"/>
          <p:nvPr/>
        </p:nvSpPr>
        <p:spPr>
          <a:xfrm>
            <a:off x="352061" y="1004692"/>
            <a:ext cx="544657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Educação e conscientização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Treinamentos de segurança digital e engenharia social.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Divulgar casos nas redes sociais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7567BC-7AB9-D693-118F-6FA6A9898BB7}"/>
              </a:ext>
            </a:extLst>
          </p:cNvPr>
          <p:cNvSpPr txBox="1"/>
          <p:nvPr/>
        </p:nvSpPr>
        <p:spPr>
          <a:xfrm>
            <a:off x="352061" y="2165216"/>
            <a:ext cx="537223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Utilizar ferramentas de segurança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Instale antivírus e mantenha os softwares atualizados.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Verifique links com ferramentas.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C9E92F-E877-D280-FA57-A13E85F4EB77}"/>
              </a:ext>
            </a:extLst>
          </p:cNvPr>
          <p:cNvSpPr txBox="1"/>
          <p:nvPr/>
        </p:nvSpPr>
        <p:spPr>
          <a:xfrm>
            <a:off x="352061" y="3351377"/>
            <a:ext cx="537223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Reportar golpes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Denuncie perfis falsos.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Vagas suspeitas.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Informe as autoridades (Delegacia de crimes Virtuais)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9C621F-3B54-B179-6D3B-C5376CE16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416" y="912298"/>
            <a:ext cx="861896" cy="861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23D0EB-17D1-71ED-61B4-2EE85E55B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6094" y="912298"/>
            <a:ext cx="861896" cy="8618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755937-7C1B-0A1C-690B-F294205492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6416" y="2094666"/>
            <a:ext cx="954168" cy="9541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C30FAA8-3FA6-AEA5-9978-2E15305092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6416" y="3394616"/>
            <a:ext cx="954168" cy="95416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D1987B7-FD81-B3FF-1018-D17D67B2E6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2707" y="3394616"/>
            <a:ext cx="954168" cy="95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86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A32F98BC-9CF3-A1BC-BF82-6ED003E7C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1751DB49-B5C4-0528-0FB9-CB07F8C51CDE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Exemplo de resposta consciente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F3877348-5FC2-A577-2D8B-ADD1599F5526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10 | O que é engenharia social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DA3522-446A-B97C-98E5-EFC6E8E52D90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Cenário do ataque</a:t>
            </a: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040033F2-7909-9DAF-3038-570A8F0F3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009" y="1248937"/>
            <a:ext cx="7509438" cy="3664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6614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428788" y="1725379"/>
            <a:ext cx="5255943" cy="1692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Características dos ataques de engenharia social</a:t>
            </a: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Ataques: </a:t>
            </a:r>
            <a:r>
              <a:rPr lang="pt-PT" b="1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baiting</a:t>
            </a: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, </a:t>
            </a:r>
            <a:r>
              <a:rPr lang="pt-PT" b="1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pretexting</a:t>
            </a: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, </a:t>
            </a:r>
            <a:r>
              <a:rPr lang="pt-PT" b="1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tailgating</a:t>
            </a: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, </a:t>
            </a:r>
            <a:r>
              <a:rPr lang="pt-PT" b="1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watering</a:t>
            </a: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 </a:t>
            </a:r>
            <a:r>
              <a:rPr lang="pt-PT" b="1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hole</a:t>
            </a: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, </a:t>
            </a:r>
            <a:r>
              <a:rPr lang="pt-PT" b="1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quid</a:t>
            </a: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 pro quo e </a:t>
            </a:r>
            <a:r>
              <a:rPr lang="pt-PT" b="1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shoulder</a:t>
            </a: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 </a:t>
            </a:r>
            <a:r>
              <a:rPr lang="pt-PT" b="1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surfing</a:t>
            </a: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Cenário de ataques.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Como se prevenir.</a:t>
            </a: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Conclusão e reflexão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10 | O que é engenharia social</a:t>
            </a:r>
          </a:p>
        </p:txBody>
      </p:sp>
      <p:pic>
        <p:nvPicPr>
          <p:cNvPr id="5" name="Picture 8" descr="Thumbnail Image cyber security com o tema: A educação e a conscientização dos usuários continuam sendo essenciais para garantir a segurança">
            <a:extLst>
              <a:ext uri="{FF2B5EF4-FFF2-40B4-BE49-F238E27FC236}">
                <a16:creationId xmlns:a16="http://schemas.microsoft.com/office/drawing/2014/main" id="{3E83A537-49C8-769C-90A1-A37C484EB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9425" y="1126500"/>
            <a:ext cx="2890500" cy="28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94;p12">
            <a:extLst>
              <a:ext uri="{FF2B5EF4-FFF2-40B4-BE49-F238E27FC236}">
                <a16:creationId xmlns:a16="http://schemas.microsoft.com/office/drawing/2014/main" id="{E1BCB11D-E551-8054-970B-384D3ABBFAF4}"/>
              </a:ext>
            </a:extLst>
          </p:cNvPr>
          <p:cNvSpPr txBox="1"/>
          <p:nvPr/>
        </p:nvSpPr>
        <p:spPr>
          <a:xfrm>
            <a:off x="428789" y="3709238"/>
            <a:ext cx="525594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</a:pPr>
            <a:r>
              <a:rPr lang="pt-PT" b="1" i="1" u="sng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“Você está preparado para esses ataques?”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3794</TotalTime>
  <Words>814</Words>
  <Application>Microsoft Office PowerPoint</Application>
  <PresentationFormat>On-screen Show (16:9)</PresentationFormat>
  <Paragraphs>140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Ubuntu Light</vt:lpstr>
      <vt:lpstr>Ubuntu</vt:lpstr>
      <vt:lpstr>Wingdings</vt:lpstr>
      <vt:lpstr>Fira Code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378</cp:revision>
  <dcterms:modified xsi:type="dcterms:W3CDTF">2025-02-13T21:12:28Z</dcterms:modified>
</cp:coreProperties>
</file>