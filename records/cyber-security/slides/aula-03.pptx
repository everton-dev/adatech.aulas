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62" r:id="rId3"/>
    <p:sldId id="257" r:id="rId4"/>
    <p:sldId id="289" r:id="rId5"/>
    <p:sldId id="290" r:id="rId6"/>
    <p:sldId id="291" r:id="rId7"/>
    <p:sldId id="292" r:id="rId8"/>
    <p:sldId id="293" r:id="rId9"/>
    <p:sldId id="294" r:id="rId10"/>
    <p:sldId id="268" r:id="rId11"/>
    <p:sldId id="261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Ubuntu" panose="020B0504030602030204" pitchFamily="34" charset="0"/>
      <p:regular r:id="rId16"/>
      <p:bold r:id="rId17"/>
      <p:italic r:id="rId18"/>
      <p:boldItalic r:id="rId19"/>
    </p:embeddedFont>
    <p:embeddedFont>
      <p:font typeface="Ubuntu Light" panose="020B0304030602030204" pitchFamily="34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0C5366A-DE22-2C96-C60C-0EDCBAA5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9EF4EE6-D07D-296B-2E6C-2006E6F20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D166997-D14A-900C-4740-E8F675F84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23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10B0AF13-746E-591F-711B-11E62FA93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6C83CC8-FB2D-F3F3-F417-5206CDB20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CB04E2EC-343D-DA3A-EDB8-924B69B46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9302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21DC6DD-17F2-FED5-7B40-DC7AB9A0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4E038E9-E727-FC6F-E54F-8B9FB6356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728CF1A2-432E-9E78-E458-F83D33155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395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677D98C-4642-FD94-31C4-3B09EDF2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D72A022-563F-2549-F949-196898D7F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F20D804-54F6-94EF-E9DA-369523F36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2441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59D873F-96CC-4B11-E6E8-403193F5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D6E4D3C-9528-FD26-EFA7-42F0178F0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5D959CF-51C5-747D-311D-DDB92DE45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442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3AB959A-4178-E71E-C901-B819E867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93F56CB-927A-CB96-B39C-D0BAF08EA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3F1572F-CEEF-5F62-41D6-C4C4AFD50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918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384221" y="3731617"/>
            <a:ext cx="4838033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03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Ética no uso de IA no ambiente corporativo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papel da IA no ambiente corporativo.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Práticas para uso ético de IA.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057591"/>
            <a:ext cx="58791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Por que devemos ter cuidado com o que compartilhamos em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IAs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públicas?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Práticas para o uso de IA.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papel da IA no ambiente corporativo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40549" y="874588"/>
            <a:ext cx="5387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IA está em várias áreas das empresas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C8E885B8-B267-C1E6-C6A6-441900E475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721357"/>
            <a:ext cx="3018529" cy="1337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70E9D3-7661-9E16-DA60-D6AD7ACAA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0" y="2486239"/>
            <a:ext cx="406105" cy="406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691965" y="1765244"/>
            <a:ext cx="26563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Recursos Humanos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Análise de currículos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Avaliação de desempenho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A311F474-407E-8586-FFE1-F137D34D1D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316334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59BE24-2C36-5C0A-CF8C-F80C79722163}"/>
              </a:ext>
            </a:extLst>
          </p:cNvPr>
          <p:cNvSpPr txBox="1"/>
          <p:nvPr/>
        </p:nvSpPr>
        <p:spPr>
          <a:xfrm>
            <a:off x="691965" y="3207234"/>
            <a:ext cx="26563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Marketing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Campanhas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Recomendações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EDF49B-F216-4BD5-5925-165DF9222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69803" y="3891776"/>
            <a:ext cx="451038" cy="451038"/>
          </a:xfrm>
          <a:prstGeom prst="rect">
            <a:avLst/>
          </a:prstGeom>
        </p:spPr>
      </p:pic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DE599757-B4CF-8C76-3255-16163FB023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799" y="172135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396D5E-617B-F81C-5789-DA369CDB7DC5}"/>
              </a:ext>
            </a:extLst>
          </p:cNvPr>
          <p:cNvSpPr txBox="1"/>
          <p:nvPr/>
        </p:nvSpPr>
        <p:spPr>
          <a:xfrm>
            <a:off x="3914253" y="1757810"/>
            <a:ext cx="2656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Operações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Otimização de estoque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Previsão de demanda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Automação de processos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EF6762-7792-BF2A-65B6-6FB4038CB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013" y="2453950"/>
            <a:ext cx="427107" cy="427107"/>
          </a:xfrm>
          <a:prstGeom prst="rect">
            <a:avLst/>
          </a:prstGeom>
        </p:spPr>
      </p:pic>
      <p:pic>
        <p:nvPicPr>
          <p:cNvPr id="18" name="Google Shape;66;p14">
            <a:extLst>
              <a:ext uri="{FF2B5EF4-FFF2-40B4-BE49-F238E27FC236}">
                <a16:creationId xmlns:a16="http://schemas.microsoft.com/office/drawing/2014/main" id="{38E1DBEE-1CF3-DBDC-CF38-C94F8E6564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799" y="3170781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C85653-54EB-B56A-1EDB-D5CB5874C9A3}"/>
              </a:ext>
            </a:extLst>
          </p:cNvPr>
          <p:cNvSpPr txBox="1"/>
          <p:nvPr/>
        </p:nvSpPr>
        <p:spPr>
          <a:xfrm>
            <a:off x="3914253" y="3207234"/>
            <a:ext cx="26563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Segurança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Detecção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fraude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Proteção de dados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485CF2-A929-7E07-D39A-260AE71DF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9012" y="3931779"/>
            <a:ext cx="427107" cy="427107"/>
          </a:xfrm>
          <a:prstGeom prst="rect">
            <a:avLst/>
          </a:prstGeom>
        </p:spPr>
      </p:pic>
      <p:pic>
        <p:nvPicPr>
          <p:cNvPr id="23" name="Google Shape;65;p14">
            <a:extLst>
              <a:ext uri="{FF2B5EF4-FFF2-40B4-BE49-F238E27FC236}">
                <a16:creationId xmlns:a16="http://schemas.microsoft.com/office/drawing/2014/main" id="{4772506A-3738-9B31-156F-603D6BA52F1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5373678" y="3040802"/>
            <a:ext cx="2631285" cy="2056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C763980-B1F5-C788-EBB5-1E9107E8EC30}"/>
              </a:ext>
            </a:extLst>
          </p:cNvPr>
          <p:cNvSpPr txBox="1"/>
          <p:nvPr/>
        </p:nvSpPr>
        <p:spPr>
          <a:xfrm>
            <a:off x="6857456" y="1213142"/>
            <a:ext cx="2160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Problemas éticos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0C347E-EFCC-8C76-08A6-3789217D37B0}"/>
              </a:ext>
            </a:extLst>
          </p:cNvPr>
          <p:cNvSpPr txBox="1"/>
          <p:nvPr/>
        </p:nvSpPr>
        <p:spPr>
          <a:xfrm>
            <a:off x="7266070" y="2353768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Preconceito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C596C3-C49B-F9DC-BF50-E17F1F3966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2785" y="1633491"/>
            <a:ext cx="753953" cy="75395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97F069A-1B1F-A1B4-2FD3-AFB5E4AE0B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2785" y="2734266"/>
            <a:ext cx="746910" cy="746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FB028E0-1553-5A80-09FA-787B185C3A36}"/>
              </a:ext>
            </a:extLst>
          </p:cNvPr>
          <p:cNvSpPr txBox="1"/>
          <p:nvPr/>
        </p:nvSpPr>
        <p:spPr>
          <a:xfrm>
            <a:off x="7250612" y="348426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Privacidade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07A5BDD-E5C7-F30D-5323-2A45C76049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8401" y="3839740"/>
            <a:ext cx="851804" cy="85180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CF722F-F464-3112-CFB7-F437D6BF886A}"/>
              </a:ext>
            </a:extLst>
          </p:cNvPr>
          <p:cNvSpPr txBox="1"/>
          <p:nvPr/>
        </p:nvSpPr>
        <p:spPr>
          <a:xfrm>
            <a:off x="7355523" y="4631525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Malicioso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9" grpId="0"/>
      <p:bldP spid="24" grpId="0"/>
      <p:bldP spid="25" grpId="0"/>
      <p:bldP spid="30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F53F8C0-A6CB-C554-BB25-64715481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C99A594-552C-C49F-12E9-1A2DC3B10594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Práticas para uso ético de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C9A8D79-EA80-E490-504E-E3878774649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C0820EC1-178A-624F-F52D-0FC8FF8854B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2" y="74077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E67EE-BABE-DD90-2399-E8F717D7D5D3}"/>
              </a:ext>
            </a:extLst>
          </p:cNvPr>
          <p:cNvSpPr txBox="1"/>
          <p:nvPr/>
        </p:nvSpPr>
        <p:spPr>
          <a:xfrm>
            <a:off x="1160318" y="725191"/>
            <a:ext cx="265632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Transparência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Mantenha o usuário informado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Exponha a decisão da IA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39A18FE0-0975-4D5A-57A7-F45A2EBCB7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2" y="218276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C903E9-225B-F493-42FF-5139A114B2E8}"/>
              </a:ext>
            </a:extLst>
          </p:cNvPr>
          <p:cNvSpPr txBox="1"/>
          <p:nvPr/>
        </p:nvSpPr>
        <p:spPr>
          <a:xfrm>
            <a:off x="1197487" y="2159747"/>
            <a:ext cx="25671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Justiça e mitigação de preconceitos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Diversificar os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Evitar discriminação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F91F0854-5329-4B70-0967-A7291E6969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32" y="366169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08567B-EB3D-4CD3-4F72-D1A51315BC28}"/>
              </a:ext>
            </a:extLst>
          </p:cNvPr>
          <p:cNvSpPr txBox="1"/>
          <p:nvPr/>
        </p:nvSpPr>
        <p:spPr>
          <a:xfrm>
            <a:off x="1259458" y="3638675"/>
            <a:ext cx="251507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Privacidade e proteção de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Proteger os dados da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Consentimento do usuário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8" name="Google Shape;66;p14">
            <a:extLst>
              <a:ext uri="{FF2B5EF4-FFF2-40B4-BE49-F238E27FC236}">
                <a16:creationId xmlns:a16="http://schemas.microsoft.com/office/drawing/2014/main" id="{5A0B8B94-5958-C1FA-97C5-33FE0C6991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711" y="1359675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159A65D-9D3B-E40F-41EC-67576BF5F8A8}"/>
              </a:ext>
            </a:extLst>
          </p:cNvPr>
          <p:cNvSpPr txBox="1"/>
          <p:nvPr/>
        </p:nvSpPr>
        <p:spPr>
          <a:xfrm>
            <a:off x="4984769" y="1344090"/>
            <a:ext cx="265632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Responsabilidade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Deixar claro a responsabilidade pela decisão da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Monitorar a IA e corrigir se necessário</a:t>
            </a:r>
          </a:p>
        </p:txBody>
      </p:sp>
      <p:pic>
        <p:nvPicPr>
          <p:cNvPr id="3" name="Google Shape;66;p14">
            <a:extLst>
              <a:ext uri="{FF2B5EF4-FFF2-40B4-BE49-F238E27FC236}">
                <a16:creationId xmlns:a16="http://schemas.microsoft.com/office/drawing/2014/main" id="{FCD50CCD-C2DA-5D9F-8A1B-8AB2B3C493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711" y="281018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254D43-230C-0D4B-E587-D8910669408A}"/>
              </a:ext>
            </a:extLst>
          </p:cNvPr>
          <p:cNvSpPr txBox="1"/>
          <p:nvPr/>
        </p:nvSpPr>
        <p:spPr>
          <a:xfrm>
            <a:off x="4925297" y="2802033"/>
            <a:ext cx="265632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Propósito ético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Beneficiar as pessoas e a sociedade.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Evitar os mal usos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39B7513-14D8-160E-9262-8E5A55F20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530" y="3584625"/>
            <a:ext cx="427107" cy="4271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36193F-6534-F316-E39E-531166591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966" y="2117438"/>
            <a:ext cx="406105" cy="4061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6CA99B4-3D27-A8A2-263E-342E8FAB8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096" y="2968498"/>
            <a:ext cx="413060" cy="4130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A910750-47E0-F497-8B58-1C9CF497CD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05" y="4433177"/>
            <a:ext cx="425587" cy="4255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9A7D74F-5D51-B25D-D170-1FD286D99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318" y="1513333"/>
            <a:ext cx="438616" cy="4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7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9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56915034-694A-C420-A10D-7D48FBB8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B65042E-3F44-276D-E510-426AAA6E4D97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Práticas para uso seguro de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A99B45B-0046-CDD7-AD41-C4D524662BB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7C785111-0032-F192-E2DF-0F3FA2F8A4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2" y="74077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5F9B9E-02DC-10F1-B389-8075FDE7F14C}"/>
              </a:ext>
            </a:extLst>
          </p:cNvPr>
          <p:cNvSpPr txBox="1"/>
          <p:nvPr/>
        </p:nvSpPr>
        <p:spPr>
          <a:xfrm>
            <a:off x="1160318" y="725191"/>
            <a:ext cx="26563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Auditoria regular de algoritmos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Check-up de vulnerabilidades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Manipulado por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bots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B48E04C2-840E-C692-4249-AE8EB60CF0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2" y="218276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9F0144-5649-9D4F-F6A7-C517F4F13F77}"/>
              </a:ext>
            </a:extLst>
          </p:cNvPr>
          <p:cNvSpPr txBox="1"/>
          <p:nvPr/>
        </p:nvSpPr>
        <p:spPr>
          <a:xfrm>
            <a:off x="1197487" y="2159747"/>
            <a:ext cx="2567114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Treinamento em segurança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Capacite funcionários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lidar com ataques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142A329D-8AAF-3EC1-0179-2708F32FFD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32" y="366169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748477-CFA8-65E3-4DEC-D34CCDF1792E}"/>
              </a:ext>
            </a:extLst>
          </p:cNvPr>
          <p:cNvSpPr txBox="1"/>
          <p:nvPr/>
        </p:nvSpPr>
        <p:spPr>
          <a:xfrm>
            <a:off x="1259458" y="3638675"/>
            <a:ext cx="251507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Proteção contra manipulação de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Legitimidade dos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 erro pode resultar em más decisões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8" name="Google Shape;66;p14">
            <a:extLst>
              <a:ext uri="{FF2B5EF4-FFF2-40B4-BE49-F238E27FC236}">
                <a16:creationId xmlns:a16="http://schemas.microsoft.com/office/drawing/2014/main" id="{F7BF653F-BA02-D0A8-AAE4-083FB6E7D0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711" y="1359675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6ABCFFC-339C-E2C9-A3CA-7A7884D0377F}"/>
              </a:ext>
            </a:extLst>
          </p:cNvPr>
          <p:cNvSpPr txBox="1"/>
          <p:nvPr/>
        </p:nvSpPr>
        <p:spPr>
          <a:xfrm>
            <a:off x="4984769" y="1344090"/>
            <a:ext cx="265632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Limitação de acessos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Restrição aos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Somente pessoas autorizadas</a:t>
            </a:r>
          </a:p>
        </p:txBody>
      </p:sp>
      <p:pic>
        <p:nvPicPr>
          <p:cNvPr id="3" name="Google Shape;66;p14">
            <a:extLst>
              <a:ext uri="{FF2B5EF4-FFF2-40B4-BE49-F238E27FC236}">
                <a16:creationId xmlns:a16="http://schemas.microsoft.com/office/drawing/2014/main" id="{0AB9CAB7-70ED-7D55-F368-B1C35ABCFD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711" y="281018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F905DB-EE33-0A94-5DBA-089C539600ED}"/>
              </a:ext>
            </a:extLst>
          </p:cNvPr>
          <p:cNvSpPr txBox="1"/>
          <p:nvPr/>
        </p:nvSpPr>
        <p:spPr>
          <a:xfrm>
            <a:off x="4925297" y="2802033"/>
            <a:ext cx="2656322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Respostas a incidentes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Ter um bom plano de resposta rápida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Comunicação dos danos em caso de ataque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77B9431-9F11-2354-F4EF-789520EBF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05" y="4433177"/>
            <a:ext cx="425587" cy="425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F9111-DB01-3E18-1A0B-C9EBF5517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44" y="1432523"/>
            <a:ext cx="565508" cy="5655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C1ED4E-7CDA-D9E5-2427-C2719B4F8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213" y="2949944"/>
            <a:ext cx="488114" cy="4881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556FC7-8350-5059-F60F-75EF0EF898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566" y="2110974"/>
            <a:ext cx="447600" cy="447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607D17-C3B3-89A9-5137-EC4AC4F84D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364" y="3556066"/>
            <a:ext cx="494564" cy="49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0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9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A7B4E3D-5307-FABD-C0FC-75781E6B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9A3EED10-6B10-DE84-099E-66407393BC1E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Porque devemos ter cuidado com o que compartilhamos em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IAs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públicas?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084F047-1AC6-CD0C-0B07-C688803E012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0A8B1-9A70-B3CD-CE82-99E2C5BEB6E5}"/>
              </a:ext>
            </a:extLst>
          </p:cNvPr>
          <p:cNvSpPr txBox="1"/>
          <p:nvPr/>
        </p:nvSpPr>
        <p:spPr>
          <a:xfrm>
            <a:off x="240549" y="1334214"/>
            <a:ext cx="47180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são combustível de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Elas aprendem com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Quanto mais se come mais forte fica.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74911D-3272-EEA3-4705-D766989B77CE}"/>
              </a:ext>
            </a:extLst>
          </p:cNvPr>
          <p:cNvSpPr txBox="1"/>
          <p:nvPr/>
        </p:nvSpPr>
        <p:spPr>
          <a:xfrm>
            <a:off x="240549" y="2697504"/>
            <a:ext cx="47180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Compartilhar dados confidenciais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Vazamento de informações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Uso indevido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Violação de contratos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4648120-EEF0-3AA9-244E-5F374FDCA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258" y="1334214"/>
            <a:ext cx="988741" cy="988741"/>
          </a:xfrm>
          <a:prstGeom prst="rect">
            <a:avLst/>
          </a:prstGeom>
        </p:spPr>
      </p:pic>
      <p:pic>
        <p:nvPicPr>
          <p:cNvPr id="26" name="Picture 2" descr="Thumbnail Image um usuário clicando em um link malicioso">
            <a:extLst>
              <a:ext uri="{FF2B5EF4-FFF2-40B4-BE49-F238E27FC236}">
                <a16:creationId xmlns:a16="http://schemas.microsoft.com/office/drawing/2014/main" id="{B45AB0E3-41E9-08B0-1347-58081E01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575" y="929746"/>
            <a:ext cx="1797679" cy="179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Thumbnail Image um funcionário compartilhando informações sensíveis da empresa">
            <a:extLst>
              <a:ext uri="{FF2B5EF4-FFF2-40B4-BE49-F238E27FC236}">
                <a16:creationId xmlns:a16="http://schemas.microsoft.com/office/drawing/2014/main" id="{67F30755-EE8E-024C-9495-1F5763D13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771" y="2921129"/>
            <a:ext cx="1797680" cy="17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C5E2A55-D870-CB1A-4308-8599DBEEEE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8310" y="3180864"/>
            <a:ext cx="1278209" cy="127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3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0A924E44-FD0C-0548-D839-F83048800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8F6FDBB-6D8D-BC37-C8F5-5FD1CF35231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Qual dados NÃO devemos compartilhar?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4F6A67B-489F-3AF0-3DC4-CCFEBD4AB3F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FEC2D-BFB1-98A8-4F1D-DEA2C6FD4423}"/>
              </a:ext>
            </a:extLst>
          </p:cNvPr>
          <p:cNvSpPr txBox="1"/>
          <p:nvPr/>
        </p:nvSpPr>
        <p:spPr>
          <a:xfrm>
            <a:off x="240549" y="1786920"/>
            <a:ext cx="42125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pessoais sensíveis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Informações financeiras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de saúde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Informações de contrato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Senhas e credenciais de acesso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Informações sobre a empresa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CF9F7C-C186-7FA3-39E5-F7298258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959" y="836298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87DC93-AB02-353C-928C-AD5FC9868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883" y="801773"/>
            <a:ext cx="995711" cy="995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178B1B-685F-58A5-5334-459C38D70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907" y="2062560"/>
            <a:ext cx="839363" cy="8393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3E530D-B613-7762-134C-1F0113300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336" y="1941051"/>
            <a:ext cx="995711" cy="9957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070BC2-A4F9-9131-E354-60558CE5D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959" y="3212276"/>
            <a:ext cx="995711" cy="9957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224F94-3698-95DF-B224-8D333467F9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4883" y="3212276"/>
            <a:ext cx="995711" cy="9957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C5A00E-3EEA-0D6F-2165-C6D9FFB6DE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5807" y="3356580"/>
            <a:ext cx="995712" cy="99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0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34F217D-1DE8-307F-F7A0-E24752BA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9C674270-517B-07E2-67E5-2F2DBA6133EE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Consequências para o empregado e a empresa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AFAAC8F-E836-2489-38DE-5E1657EA542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FB62E68F-582E-726F-4689-A98DC9786A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22" y="74077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058741-4F18-0F14-02E9-A41E4CF14DFA}"/>
              </a:ext>
            </a:extLst>
          </p:cNvPr>
          <p:cNvSpPr txBox="1"/>
          <p:nvPr/>
        </p:nvSpPr>
        <p:spPr>
          <a:xfrm>
            <a:off x="1420508" y="725191"/>
            <a:ext cx="26563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Danos a reputação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1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Vazamento de informações confidenciais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1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Reputação profissional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595BFFAB-20B7-6D0F-CD54-2C50E42C91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22" y="218276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E95820-F4D6-6662-21FB-CEA4B8F2F872}"/>
              </a:ext>
            </a:extLst>
          </p:cNvPr>
          <p:cNvSpPr txBox="1"/>
          <p:nvPr/>
        </p:nvSpPr>
        <p:spPr>
          <a:xfrm>
            <a:off x="1457677" y="2159747"/>
            <a:ext cx="256711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Processos disciplinares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Empresa tem o direito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Advertência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Demissão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F666BA11-F31E-DC01-E471-D6203AADD2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722" y="366169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D5B46B-597D-DB52-3D08-CEBC0DF66C90}"/>
              </a:ext>
            </a:extLst>
          </p:cNvPr>
          <p:cNvSpPr txBox="1"/>
          <p:nvPr/>
        </p:nvSpPr>
        <p:spPr>
          <a:xfrm>
            <a:off x="1519648" y="3638675"/>
            <a:ext cx="251507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Responsabilidade legal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 alguns casos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Responde legalmente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8" name="Google Shape;66;p14">
            <a:extLst>
              <a:ext uri="{FF2B5EF4-FFF2-40B4-BE49-F238E27FC236}">
                <a16:creationId xmlns:a16="http://schemas.microsoft.com/office/drawing/2014/main" id="{01D53F2B-BACA-0AC0-F52D-B2AFEAF151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01" y="74077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1B3673-960F-EE8E-18C0-541A732A79D3}"/>
              </a:ext>
            </a:extLst>
          </p:cNvPr>
          <p:cNvSpPr txBox="1"/>
          <p:nvPr/>
        </p:nvSpPr>
        <p:spPr>
          <a:xfrm>
            <a:off x="5927459" y="725191"/>
            <a:ext cx="2656322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Perda de clientes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Vazamento de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Confiança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Negócios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" name="Google Shape;66;p14">
            <a:extLst>
              <a:ext uri="{FF2B5EF4-FFF2-40B4-BE49-F238E27FC236}">
                <a16:creationId xmlns:a16="http://schemas.microsoft.com/office/drawing/2014/main" id="{5930511B-7552-1F85-16B1-2C988F09BF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01" y="2191285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0B79BD-1F23-F2D1-9749-CB5409F35AEA}"/>
              </a:ext>
            </a:extLst>
          </p:cNvPr>
          <p:cNvSpPr txBox="1"/>
          <p:nvPr/>
        </p:nvSpPr>
        <p:spPr>
          <a:xfrm>
            <a:off x="5867987" y="2183134"/>
            <a:ext cx="265632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Multas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Órgãos reguladores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Valores altos</a:t>
            </a:r>
          </a:p>
        </p:txBody>
      </p:sp>
      <p:pic>
        <p:nvPicPr>
          <p:cNvPr id="4" name="Google Shape;66;p14">
            <a:extLst>
              <a:ext uri="{FF2B5EF4-FFF2-40B4-BE49-F238E27FC236}">
                <a16:creationId xmlns:a16="http://schemas.microsoft.com/office/drawing/2014/main" id="{82FC9CB7-FC13-0E8A-AF5E-DC9F998E5E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01" y="3669845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745BE-223A-1703-1EA9-E626638C4A00}"/>
              </a:ext>
            </a:extLst>
          </p:cNvPr>
          <p:cNvSpPr txBox="1"/>
          <p:nvPr/>
        </p:nvSpPr>
        <p:spPr>
          <a:xfrm>
            <a:off x="5867987" y="3661694"/>
            <a:ext cx="265632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Danos a reputação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Imagem da empresa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Pode ser seriamente prejudicada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FE7A70-AA63-F663-2F96-559DCE84C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09" y="2248183"/>
            <a:ext cx="647134" cy="6471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4B4D94D-2112-558A-09C1-69546A3B688A}"/>
              </a:ext>
            </a:extLst>
          </p:cNvPr>
          <p:cNvSpPr txBox="1"/>
          <p:nvPr/>
        </p:nvSpPr>
        <p:spPr>
          <a:xfrm>
            <a:off x="-4363" y="2811444"/>
            <a:ext cx="1034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Empregado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4B52EDF-5EF5-1749-0565-3D9CB51FD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206" y="2238148"/>
            <a:ext cx="607426" cy="60742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8D572F0-BD72-74F9-F14C-CFE9DEF315A4}"/>
              </a:ext>
            </a:extLst>
          </p:cNvPr>
          <p:cNvSpPr txBox="1"/>
          <p:nvPr/>
        </p:nvSpPr>
        <p:spPr>
          <a:xfrm>
            <a:off x="4390916" y="2811444"/>
            <a:ext cx="8500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Empresa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4294F62-24E7-AC33-ABFF-97A01E5D2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78" y="1469256"/>
            <a:ext cx="516498" cy="5164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4CECE83-00D9-5F4A-4296-CC4589B041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570" y="2882144"/>
            <a:ext cx="562628" cy="5626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11336F-63BF-3D68-26B3-7249D5E2B5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49" y="4415727"/>
            <a:ext cx="433299" cy="43329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C7B3BF0-5261-67BC-0502-5038331E63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8383" y="1502834"/>
            <a:ext cx="435905" cy="4359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A40D507-27D8-E848-95A4-CA74CA58DA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0336" y="2964602"/>
            <a:ext cx="423282" cy="4232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ABAFC52-6E4C-A47A-33E7-9A905FF0A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505" y="4390472"/>
            <a:ext cx="516498" cy="51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1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9" grpId="0"/>
      <p:bldP spid="8" grpId="0"/>
      <p:bldP spid="9" grpId="0"/>
      <p:bldP spid="2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2DF4C8F-8861-1986-B9DF-8BBFA409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042FDEB-EB42-B19E-1431-3E67381EA17E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Boas práticas para o uso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IAs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81639CD9-8DEA-1599-1FB3-86B36BFEE08A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BB8FD-F827-9409-74DD-5309BCB507E2}"/>
              </a:ext>
            </a:extLst>
          </p:cNvPr>
          <p:cNvSpPr txBox="1"/>
          <p:nvPr/>
        </p:nvSpPr>
        <p:spPr>
          <a:xfrm>
            <a:off x="359496" y="1720789"/>
            <a:ext cx="47180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Recomendações...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Seja seletivo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Verifique a reputação da ferramenta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Leia os termos de uso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Utilize senhas fortes e únicas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Mantenha seu software atualizado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259A0D-7187-2D2D-3FA6-A2630B051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814" y="1720789"/>
            <a:ext cx="2051825" cy="205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9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90" y="1940823"/>
            <a:ext cx="525594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Importância da conscientização.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 importância do equilíbrio.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Adote as boas práticas de uso.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Ética no uso de IA no ambiente corporativo</a:t>
            </a:r>
          </a:p>
        </p:txBody>
      </p:sp>
      <p:pic>
        <p:nvPicPr>
          <p:cNvPr id="5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3086</TotalTime>
  <Words>508</Words>
  <Application>Microsoft Office PowerPoint</Application>
  <PresentationFormat>On-screen Show (16:9)</PresentationFormat>
  <Paragraphs>117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Fira Code</vt:lpstr>
      <vt:lpstr>Ubuntu Light</vt:lpstr>
      <vt:lpstr>Ubuntu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334</cp:revision>
  <dcterms:modified xsi:type="dcterms:W3CDTF">2025-02-09T12:54:17Z</dcterms:modified>
</cp:coreProperties>
</file>