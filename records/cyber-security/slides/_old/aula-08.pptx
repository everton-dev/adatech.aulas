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9"/>
  </p:notesMasterIdLst>
  <p:sldIdLst>
    <p:sldId id="256" r:id="rId2"/>
    <p:sldId id="262" r:id="rId3"/>
    <p:sldId id="257" r:id="rId4"/>
    <p:sldId id="278" r:id="rId5"/>
    <p:sldId id="267" r:id="rId6"/>
    <p:sldId id="268" r:id="rId7"/>
    <p:sldId id="261" r:id="rId8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0"/>
      <p:bold r:id="rId11"/>
    </p:embeddedFont>
    <p:embeddedFont>
      <p:font typeface="Fira Code Light" panose="020B0809050000020004" pitchFamily="49" charset="0"/>
      <p:regular r:id="rId12"/>
    </p:embeddedFont>
    <p:embeddedFont>
      <p:font typeface="Ubuntu" panose="020B0504030602030204" pitchFamily="34" charset="0"/>
      <p:regular r:id="rId13"/>
      <p:bold r:id="rId14"/>
      <p:italic r:id="rId15"/>
      <p:boldItalic r:id="rId16"/>
    </p:embeddedFont>
    <p:embeddedFont>
      <p:font typeface="Ubuntu Light" panose="020B0304030602030204" pitchFamily="34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A884736-F235-A8B0-8AE1-EC04F8D2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4D8C4C0-83DB-2EB5-2D39-C6FC78110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1ED6BF5-6DED-7055-15A2-16BCCE7EB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60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slide capa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t="10223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6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847062" y="3731617"/>
            <a:ext cx="4375191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08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Consultas em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SQL usando T-SQL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T-SQL?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Conectando-se ao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Demonstração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Recapitulação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08 | Consultas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 usando T-SQL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397715"/>
            <a:ext cx="58791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Conexão, consultas, junções, agregações, consultas avançadas e otimização de consultas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é T-SQL?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08 | Consultas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 usando T-SQL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240548" y="1786920"/>
            <a:ext cx="39367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Transact</a:t>
            </a: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-SQL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Extensão da linguagem SQL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Microsoft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Permite funcionalidades complexas dentro do ambiente SQL Server</a:t>
            </a:r>
          </a:p>
        </p:txBody>
      </p:sp>
      <p:pic>
        <p:nvPicPr>
          <p:cNvPr id="1026" name="Picture 2" descr="Fundamentos de Banco de Dados – Banco de Dados Relacional | Leonardo Fonseca">
            <a:extLst>
              <a:ext uri="{FF2B5EF4-FFF2-40B4-BE49-F238E27FC236}">
                <a16:creationId xmlns:a16="http://schemas.microsoft.com/office/drawing/2014/main" id="{CF1CA2B5-2C98-F8D2-4C51-F31A5ECA2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707" y="1055272"/>
            <a:ext cx="3471050" cy="30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9C67E14-4A48-1CDE-C164-24000143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367C982D-27CB-FB73-D2FD-62E5C29D363B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Conectando-se ao Azure SQL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ABBC4F2-5C76-6F2C-0241-8031CA5CBCFA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08 | Consultas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 usando T-SQL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FD071-D584-8DD8-2B28-8CEECDF8F141}"/>
              </a:ext>
            </a:extLst>
          </p:cNvPr>
          <p:cNvSpPr txBox="1"/>
          <p:nvPr/>
        </p:nvSpPr>
        <p:spPr>
          <a:xfrm>
            <a:off x="240547" y="1200519"/>
            <a:ext cx="39367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Ferramentas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SQL Server Management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Studio</a:t>
            </a: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Data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Studio</a:t>
            </a: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VSCode</a:t>
            </a: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028" name="Picture 4" descr="Microsoft SQL Server Management Studio - Reviews, Pros &amp; Cons | Companies  using Microsoft SQL Server Management Studio">
            <a:extLst>
              <a:ext uri="{FF2B5EF4-FFF2-40B4-BE49-F238E27FC236}">
                <a16:creationId xmlns:a16="http://schemas.microsoft.com/office/drawing/2014/main" id="{FEA0A1F9-5100-F0B6-F605-BA3B64A04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998" y="1200519"/>
            <a:ext cx="744809" cy="74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nector do HubSpot Azure Data Studio | Datawarehouse.io">
            <a:extLst>
              <a:ext uri="{FF2B5EF4-FFF2-40B4-BE49-F238E27FC236}">
                <a16:creationId xmlns:a16="http://schemas.microsoft.com/office/drawing/2014/main" id="{D8C301BB-1A25-4CEE-0F59-04B4DAE33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804" y="1049513"/>
            <a:ext cx="1791630" cy="179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scode: Remote Access and Code Editing - School of Computer Science">
            <a:extLst>
              <a:ext uri="{FF2B5EF4-FFF2-40B4-BE49-F238E27FC236}">
                <a16:creationId xmlns:a16="http://schemas.microsoft.com/office/drawing/2014/main" id="{287B0D28-3B90-28FB-A01E-B8FE8A290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514" y="1234574"/>
            <a:ext cx="824726" cy="82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port and Export Connection Information for Servers in SSMS - MSSQLTips.com">
            <a:extLst>
              <a:ext uri="{FF2B5EF4-FFF2-40B4-BE49-F238E27FC236}">
                <a16:creationId xmlns:a16="http://schemas.microsoft.com/office/drawing/2014/main" id="{BB6CCBB5-9A47-E372-E7FC-579097997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998" y="2858186"/>
            <a:ext cx="2407733" cy="159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7645BF-6D5B-BD97-E7C8-C72F1EB2CA69}"/>
              </a:ext>
            </a:extLst>
          </p:cNvPr>
          <p:cNvSpPr txBox="1"/>
          <p:nvPr/>
        </p:nvSpPr>
        <p:spPr>
          <a:xfrm>
            <a:off x="240547" y="2746135"/>
            <a:ext cx="39367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Conexão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Connection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String</a:t>
            </a: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Servidor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Usuário e senha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Credenciais do Active 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Directory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(Entra ID)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7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8D395-4B12-FFC9-3A25-7B8C0C508DA9}"/>
              </a:ext>
            </a:extLst>
          </p:cNvPr>
          <p:cNvSpPr txBox="1"/>
          <p:nvPr/>
        </p:nvSpPr>
        <p:spPr>
          <a:xfrm>
            <a:off x="4703959" y="1879252"/>
            <a:ext cx="36471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rgbClr val="92D050"/>
                </a:solidFill>
                <a:latin typeface="Fira Code Light"/>
                <a:ea typeface="+mn-ea"/>
                <a:cs typeface="+mn-cs"/>
              </a:rPr>
              <a:t>Demostração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Conexão ao SQL Server no </a:t>
            </a:r>
            <a:r>
              <a:rPr lang="pt-PT" b="1" dirty="0" err="1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Azure</a:t>
            </a:r>
            <a:endParaRPr lang="pt-PT" b="1" dirty="0">
              <a:solidFill>
                <a:schemeClr val="bg1"/>
              </a:solidFill>
              <a:latin typeface="Fira Code Light"/>
              <a:ea typeface="+mn-ea"/>
              <a:cs typeface="+mn-cs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Consultas básicas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 err="1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Joins</a:t>
            </a: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 e agregações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Consultas avançadas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Otimização de consultas</a:t>
            </a:r>
          </a:p>
        </p:txBody>
      </p:sp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C45CC126-0126-9072-1059-8CFA458712D1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Vamos praticar!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FBE14C4E-3F63-139D-90B7-6894ECBE4A6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12454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1833101"/>
            <a:ext cx="48105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é T-SQL?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Conectando-se ao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SQL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Conexão, consultas, junções, agregações, consultas avançadas e otimização de consultas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Demonstração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07 | Modelagem de dados relacional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06286EAA-95D9-F11A-52FF-4AE5D4BE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100" y="1907295"/>
            <a:ext cx="895350" cy="8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785B734-39FB-3E28-10DA-3BA39FC21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300" y="2392865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A7C0C30-C7FF-3756-AD28-B36DC3387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00" y="1892427"/>
            <a:ext cx="457200" cy="45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180</Words>
  <Application>Microsoft Office PowerPoint</Application>
  <PresentationFormat>On-screen Show (16:9)</PresentationFormat>
  <Paragraphs>40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Fira Code Light</vt:lpstr>
      <vt:lpstr>Ubuntu Light</vt:lpstr>
      <vt:lpstr>Ubuntu</vt:lpstr>
      <vt:lpstr>Wingdings</vt:lpstr>
      <vt:lpstr>Arial</vt:lpstr>
      <vt:lpstr>Fira Code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298</cp:revision>
  <dcterms:modified xsi:type="dcterms:W3CDTF">2025-01-02T12:29:26Z</dcterms:modified>
</cp:coreProperties>
</file>