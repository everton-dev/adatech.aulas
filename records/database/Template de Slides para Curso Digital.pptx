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8" r:id="rId3"/>
  </p:sldMasterIdLst>
  <p:notesMasterIdLst>
    <p:notesMasterId r:id="rId4"/>
  </p:notesMasterIdLst>
  <p:sldIdLst>
    <p:sldId id="256" r:id="rId5"/>
    <p:sldId id="257" r:id="rId6"/>
    <p:sldId id="258" r:id="rId7"/>
    <p:sldId id="259" r:id="rId8"/>
    <p:sldId id="260" r:id="rId9"/>
    <p:sldId id="261" r:id="rId10"/>
  </p:sldIdLst>
  <p:sldSz cy="5143500" cx="9144000"/>
  <p:notesSz cx="6858000" cy="9144000"/>
  <p:embeddedFontLst>
    <p:embeddedFont>
      <p:font typeface="Ubuntu"/>
      <p:regular r:id="rId11"/>
      <p:bold r:id="rId12"/>
      <p:italic r:id="rId13"/>
      <p:boldItalic r:id="rId14"/>
    </p:embeddedFont>
    <p:embeddedFont>
      <p:font typeface="Ubuntu Light"/>
      <p:regular r:id="rId15"/>
      <p:bold r:id="rId16"/>
      <p:italic r:id="rId17"/>
      <p:boldItalic r:id="rId18"/>
    </p:embeddedFont>
    <p:embeddedFont>
      <p:font typeface="Fira Code Light"/>
      <p:regular r:id="rId19"/>
      <p:bold r:id="rId20"/>
    </p:embeddedFont>
    <p:embeddedFont>
      <p:font typeface="Fira Code"/>
      <p:regular r:id="rId21"/>
      <p:bold r:id="rId2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FiraCodeLight-bold.fntdata"/><Relationship Id="rId11" Type="http://schemas.openxmlformats.org/officeDocument/2006/relationships/font" Target="fonts/Ubuntu-regular.fntdata"/><Relationship Id="rId22" Type="http://schemas.openxmlformats.org/officeDocument/2006/relationships/font" Target="fonts/FiraCode-bold.fntdata"/><Relationship Id="rId10" Type="http://schemas.openxmlformats.org/officeDocument/2006/relationships/slide" Target="slides/slide6.xml"/><Relationship Id="rId21" Type="http://schemas.openxmlformats.org/officeDocument/2006/relationships/font" Target="fonts/FiraCode-regular.fntdata"/><Relationship Id="rId13" Type="http://schemas.openxmlformats.org/officeDocument/2006/relationships/font" Target="fonts/Ubuntu-italic.fntdata"/><Relationship Id="rId12" Type="http://schemas.openxmlformats.org/officeDocument/2006/relationships/font" Target="fonts/Ubuntu-bold.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font" Target="fonts/UbuntuLight-regular.fntdata"/><Relationship Id="rId14" Type="http://schemas.openxmlformats.org/officeDocument/2006/relationships/font" Target="fonts/Ubuntu-boldItalic.fntdata"/><Relationship Id="rId17" Type="http://schemas.openxmlformats.org/officeDocument/2006/relationships/font" Target="fonts/UbuntuLight-italic.fntdata"/><Relationship Id="rId16" Type="http://schemas.openxmlformats.org/officeDocument/2006/relationships/font" Target="fonts/UbuntuLight-bold.fntdata"/><Relationship Id="rId5" Type="http://schemas.openxmlformats.org/officeDocument/2006/relationships/slide" Target="slides/slide1.xml"/><Relationship Id="rId19" Type="http://schemas.openxmlformats.org/officeDocument/2006/relationships/font" Target="fonts/FiraCodeLight-regular.fntdata"/><Relationship Id="rId6" Type="http://schemas.openxmlformats.org/officeDocument/2006/relationships/slide" Target="slides/slide2.xml"/><Relationship Id="rId18" Type="http://schemas.openxmlformats.org/officeDocument/2006/relationships/font" Target="fonts/UbuntuLight-boldItalic.fntdata"/><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 name="Shape 38"/>
        <p:cNvGrpSpPr/>
        <p:nvPr/>
      </p:nvGrpSpPr>
      <p:grpSpPr>
        <a:xfrm>
          <a:off x="0" y="0"/>
          <a:ext cx="0" cy="0"/>
          <a:chOff x="0" y="0"/>
          <a:chExt cx="0" cy="0"/>
        </a:xfrm>
      </p:grpSpPr>
      <p:sp>
        <p:nvSpPr>
          <p:cNvPr id="39" name="Google Shape;39;g137e3f2783e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 name="Google Shape;40;g137e3f2783e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 name="Shape 46"/>
        <p:cNvGrpSpPr/>
        <p:nvPr/>
      </p:nvGrpSpPr>
      <p:grpSpPr>
        <a:xfrm>
          <a:off x="0" y="0"/>
          <a:ext cx="0" cy="0"/>
          <a:chOff x="0" y="0"/>
          <a:chExt cx="0" cy="0"/>
        </a:xfrm>
      </p:grpSpPr>
      <p:sp>
        <p:nvSpPr>
          <p:cNvPr id="47" name="Google Shape;47;g1202c3e4d1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 name="Google Shape;48;g1202c3e4d1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 name="Shape 53"/>
        <p:cNvGrpSpPr/>
        <p:nvPr/>
      </p:nvGrpSpPr>
      <p:grpSpPr>
        <a:xfrm>
          <a:off x="0" y="0"/>
          <a:ext cx="0" cy="0"/>
          <a:chOff x="0" y="0"/>
          <a:chExt cx="0" cy="0"/>
        </a:xfrm>
      </p:grpSpPr>
      <p:sp>
        <p:nvSpPr>
          <p:cNvPr id="54" name="Google Shape;54;g137e3f2783e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 name="Google Shape;55;g137e3f2783e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1202c3e4d11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1202c3e4d11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g137e3f2783e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4" name="Google Shape;274;g137e3f2783e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g137e3f2783e_0_1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6" name="Google Shape;316;g137e3f2783e_0_1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png"/><Relationship Id="rId3" Type="http://schemas.openxmlformats.org/officeDocument/2006/relationships/image" Target="../media/image18.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capa" type="title">
  <p:cSld name="TITLE">
    <p:spTree>
      <p:nvGrpSpPr>
        <p:cNvPr id="7" name="Shape 7"/>
        <p:cNvGrpSpPr/>
        <p:nvPr/>
      </p:nvGrpSpPr>
      <p:grpSpPr>
        <a:xfrm>
          <a:off x="0" y="0"/>
          <a:ext cx="0" cy="0"/>
          <a:chOff x="0" y="0"/>
          <a:chExt cx="0" cy="0"/>
        </a:xfrm>
      </p:grpSpPr>
      <p:pic>
        <p:nvPicPr>
          <p:cNvPr id="8" name="Google Shape;8;p2"/>
          <p:cNvPicPr preferRelativeResize="0"/>
          <p:nvPr/>
        </p:nvPicPr>
        <p:blipFill rotWithShape="1">
          <a:blip r:embed="rId2">
            <a:alphaModFix/>
          </a:blip>
          <a:srcRect b="10215" l="0" r="0" t="10223"/>
          <a:stretch/>
        </p:blipFill>
        <p:spPr>
          <a:xfrm>
            <a:off x="0" y="0"/>
            <a:ext cx="9144003" cy="5143499"/>
          </a:xfrm>
          <a:prstGeom prst="rect">
            <a:avLst/>
          </a:prstGeom>
          <a:noFill/>
          <a:ln>
            <a:noFill/>
          </a:ln>
        </p:spPr>
      </p:pic>
      <p:pic>
        <p:nvPicPr>
          <p:cNvPr id="9" name="Google Shape;9;p2"/>
          <p:cNvPicPr preferRelativeResize="0"/>
          <p:nvPr/>
        </p:nvPicPr>
        <p:blipFill>
          <a:blip r:embed="rId3">
            <a:alphaModFix/>
          </a:blip>
          <a:stretch>
            <a:fillRect/>
          </a:stretch>
        </p:blipFill>
        <p:spPr>
          <a:xfrm>
            <a:off x="810000" y="780750"/>
            <a:ext cx="2012820" cy="124425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ma | capitulo" type="tx">
  <p:cSld name="TITLE_AND_BODY">
    <p:spTree>
      <p:nvGrpSpPr>
        <p:cNvPr id="10" name="Shape 10"/>
        <p:cNvGrpSpPr/>
        <p:nvPr/>
      </p:nvGrpSpPr>
      <p:grpSpPr>
        <a:xfrm>
          <a:off x="0" y="0"/>
          <a:ext cx="0" cy="0"/>
          <a:chOff x="0" y="0"/>
          <a:chExt cx="0" cy="0"/>
        </a:xfrm>
      </p:grpSpPr>
      <p:pic>
        <p:nvPicPr>
          <p:cNvPr id="11" name="Google Shape;11;p3"/>
          <p:cNvPicPr preferRelativeResize="0"/>
          <p:nvPr/>
        </p:nvPicPr>
        <p:blipFill rotWithShape="1">
          <a:blip r:embed="rId2">
            <a:alphaModFix/>
          </a:blip>
          <a:srcRect b="11256" l="1342" r="1342" t="11272"/>
          <a:stretch/>
        </p:blipFill>
        <p:spPr>
          <a:xfrm>
            <a:off x="-129100" y="-72625"/>
            <a:ext cx="9402202" cy="5288749"/>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da " type="twoColTx">
  <p:cSld name="TITLE_AND_TWO_COLUMNS">
    <p:spTree>
      <p:nvGrpSpPr>
        <p:cNvPr id="12" name="Shape 12"/>
        <p:cNvGrpSpPr/>
        <p:nvPr/>
      </p:nvGrpSpPr>
      <p:grpSpPr>
        <a:xfrm>
          <a:off x="0" y="0"/>
          <a:ext cx="0" cy="0"/>
          <a:chOff x="0" y="0"/>
          <a:chExt cx="0" cy="0"/>
        </a:xfrm>
      </p:grpSpPr>
      <p:pic>
        <p:nvPicPr>
          <p:cNvPr id="13" name="Google Shape;13;p4"/>
          <p:cNvPicPr preferRelativeResize="0"/>
          <p:nvPr/>
        </p:nvPicPr>
        <p:blipFill rotWithShape="1">
          <a:blip r:embed="rId2">
            <a:alphaModFix/>
          </a:blip>
          <a:srcRect b="-11379" l="0" r="0" t="11380"/>
          <a:stretch/>
        </p:blipFill>
        <p:spPr>
          <a:xfrm>
            <a:off x="0" y="-1"/>
            <a:ext cx="9144003" cy="580210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inalização" type="titleOnly">
  <p:cSld name="TITLE_ONLY">
    <p:spTree>
      <p:nvGrpSpPr>
        <p:cNvPr id="14" name="Shape 14"/>
        <p:cNvGrpSpPr/>
        <p:nvPr/>
      </p:nvGrpSpPr>
      <p:grpSpPr>
        <a:xfrm>
          <a:off x="0" y="0"/>
          <a:ext cx="0" cy="0"/>
          <a:chOff x="0" y="0"/>
          <a:chExt cx="0" cy="0"/>
        </a:xfrm>
      </p:grpSpPr>
      <p:pic>
        <p:nvPicPr>
          <p:cNvPr id="15" name="Google Shape;15;p5"/>
          <p:cNvPicPr preferRelativeResize="0"/>
          <p:nvPr/>
        </p:nvPicPr>
        <p:blipFill rotWithShape="1">
          <a:blip r:embed="rId2">
            <a:alphaModFix/>
          </a:blip>
          <a:srcRect b="10198" l="0" r="0" t="10190"/>
          <a:stretch/>
        </p:blipFill>
        <p:spPr>
          <a:xfrm>
            <a:off x="0" y="1"/>
            <a:ext cx="9144002" cy="5143501"/>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6" name="Shape 16"/>
        <p:cNvGrpSpPr/>
        <p:nvPr/>
      </p:nvGrpSpPr>
      <p:grpSpPr>
        <a:xfrm>
          <a:off x="0" y="0"/>
          <a:ext cx="0" cy="0"/>
          <a:chOff x="0" y="0"/>
          <a:chExt cx="0" cy="0"/>
        </a:xfrm>
      </p:grpSpPr>
      <p:sp>
        <p:nvSpPr>
          <p:cNvPr id="17" name="Google Shape;17;p6"/>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Autofit/>
          </a:bodyPr>
          <a:lstStyle>
            <a:lvl1pPr lvl="0">
              <a:spcBef>
                <a:spcPts val="0"/>
              </a:spcBef>
              <a:spcAft>
                <a:spcPts val="0"/>
              </a:spcAft>
              <a:buSzPts val="2400"/>
              <a:buChar char="●"/>
              <a:defRPr sz="2400"/>
            </a:lvl1pPr>
            <a:lvl2pPr lvl="1">
              <a:spcBef>
                <a:spcPts val="0"/>
              </a:spcBef>
              <a:spcAft>
                <a:spcPts val="0"/>
              </a:spcAft>
              <a:buSzPts val="2400"/>
              <a:buChar char="○"/>
              <a:defRPr sz="2400"/>
            </a:lvl2pPr>
            <a:lvl3pPr lvl="2">
              <a:spcBef>
                <a:spcPts val="0"/>
              </a:spcBef>
              <a:spcAft>
                <a:spcPts val="0"/>
              </a:spcAft>
              <a:buSzPts val="2400"/>
              <a:buChar char="■"/>
              <a:defRPr sz="2400"/>
            </a:lvl3pPr>
            <a:lvl4pPr lvl="3">
              <a:spcBef>
                <a:spcPts val="0"/>
              </a:spcBef>
              <a:spcAft>
                <a:spcPts val="0"/>
              </a:spcAft>
              <a:buSzPts val="2400"/>
              <a:buChar char="●"/>
              <a:defRPr sz="2400"/>
            </a:lvl4pPr>
            <a:lvl5pPr lvl="4">
              <a:spcBef>
                <a:spcPts val="0"/>
              </a:spcBef>
              <a:spcAft>
                <a:spcPts val="0"/>
              </a:spcAft>
              <a:buSzPts val="2400"/>
              <a:buChar char="○"/>
              <a:defRPr sz="2400"/>
            </a:lvl5pPr>
            <a:lvl6pPr lvl="5">
              <a:spcBef>
                <a:spcPts val="0"/>
              </a:spcBef>
              <a:spcAft>
                <a:spcPts val="0"/>
              </a:spcAft>
              <a:buSzPts val="2400"/>
              <a:buChar char="■"/>
              <a:defRPr sz="2400"/>
            </a:lvl6pPr>
            <a:lvl7pPr lvl="6">
              <a:spcBef>
                <a:spcPts val="0"/>
              </a:spcBef>
              <a:spcAft>
                <a:spcPts val="0"/>
              </a:spcAft>
              <a:buSzPts val="2400"/>
              <a:buChar char="●"/>
              <a:defRPr sz="2400"/>
            </a:lvl7pPr>
            <a:lvl8pPr lvl="7">
              <a:spcBef>
                <a:spcPts val="0"/>
              </a:spcBef>
              <a:spcAft>
                <a:spcPts val="0"/>
              </a:spcAft>
              <a:buSzPts val="2400"/>
              <a:buChar char="○"/>
              <a:defRPr sz="2400"/>
            </a:lvl8pPr>
            <a:lvl9pPr lvl="8">
              <a:spcBef>
                <a:spcPts val="0"/>
              </a:spcBef>
              <a:spcAft>
                <a:spcPts val="0"/>
              </a:spcAft>
              <a:buSzPts val="2400"/>
              <a:buChar char="■"/>
              <a:defRPr sz="2400"/>
            </a:lvl9pPr>
          </a:lstStyle>
          <a:p/>
        </p:txBody>
      </p:sp>
      <p:sp>
        <p:nvSpPr>
          <p:cNvPr id="18" name="Google Shape;18;p6"/>
          <p:cNvSpPr txBox="1"/>
          <p:nvPr>
            <p:ph idx="1" type="body"/>
          </p:nvPr>
        </p:nvSpPr>
        <p:spPr>
          <a:xfrm>
            <a:off x="311700" y="1389600"/>
            <a:ext cx="2808000" cy="3179400"/>
          </a:xfrm>
          <a:prstGeom prst="rect">
            <a:avLst/>
          </a:prstGeom>
          <a:noFill/>
          <a:ln>
            <a:noFill/>
          </a:ln>
        </p:spPr>
        <p:txBody>
          <a:bodyPr anchorCtr="0" anchor="ctr"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9" name="Google Shape;19;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20" name="Shape 20"/>
        <p:cNvGrpSpPr/>
        <p:nvPr/>
      </p:nvGrpSpPr>
      <p:grpSpPr>
        <a:xfrm>
          <a:off x="0" y="0"/>
          <a:ext cx="0" cy="0"/>
          <a:chOff x="0" y="0"/>
          <a:chExt cx="0" cy="0"/>
        </a:xfrm>
      </p:grpSpPr>
      <p:sp>
        <p:nvSpPr>
          <p:cNvPr id="21" name="Google Shape;21;p7"/>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SzPts val="4800"/>
              <a:buChar char="●"/>
              <a:defRPr sz="4800"/>
            </a:lvl1pPr>
            <a:lvl2pPr lvl="1">
              <a:spcBef>
                <a:spcPts val="0"/>
              </a:spcBef>
              <a:spcAft>
                <a:spcPts val="0"/>
              </a:spcAft>
              <a:buSzPts val="4800"/>
              <a:buChar char="○"/>
              <a:defRPr sz="4800"/>
            </a:lvl2pPr>
            <a:lvl3pPr lvl="2">
              <a:spcBef>
                <a:spcPts val="0"/>
              </a:spcBef>
              <a:spcAft>
                <a:spcPts val="0"/>
              </a:spcAft>
              <a:buSzPts val="4800"/>
              <a:buChar char="■"/>
              <a:defRPr sz="4800"/>
            </a:lvl3pPr>
            <a:lvl4pPr lvl="3">
              <a:spcBef>
                <a:spcPts val="0"/>
              </a:spcBef>
              <a:spcAft>
                <a:spcPts val="0"/>
              </a:spcAft>
              <a:buSzPts val="4800"/>
              <a:buChar char="●"/>
              <a:defRPr sz="4800"/>
            </a:lvl4pPr>
            <a:lvl5pPr lvl="4">
              <a:spcBef>
                <a:spcPts val="0"/>
              </a:spcBef>
              <a:spcAft>
                <a:spcPts val="0"/>
              </a:spcAft>
              <a:buSzPts val="4800"/>
              <a:buChar char="○"/>
              <a:defRPr sz="4800"/>
            </a:lvl5pPr>
            <a:lvl6pPr lvl="5">
              <a:spcBef>
                <a:spcPts val="0"/>
              </a:spcBef>
              <a:spcAft>
                <a:spcPts val="0"/>
              </a:spcAft>
              <a:buSzPts val="4800"/>
              <a:buChar char="■"/>
              <a:defRPr sz="4800"/>
            </a:lvl6pPr>
            <a:lvl7pPr lvl="6">
              <a:spcBef>
                <a:spcPts val="0"/>
              </a:spcBef>
              <a:spcAft>
                <a:spcPts val="0"/>
              </a:spcAft>
              <a:buSzPts val="4800"/>
              <a:buChar char="●"/>
              <a:defRPr sz="4800"/>
            </a:lvl7pPr>
            <a:lvl8pPr lvl="7">
              <a:spcBef>
                <a:spcPts val="0"/>
              </a:spcBef>
              <a:spcAft>
                <a:spcPts val="0"/>
              </a:spcAft>
              <a:buSzPts val="4800"/>
              <a:buChar char="○"/>
              <a:defRPr sz="4800"/>
            </a:lvl8pPr>
            <a:lvl9pPr lvl="8">
              <a:spcBef>
                <a:spcPts val="0"/>
              </a:spcBef>
              <a:spcAft>
                <a:spcPts val="0"/>
              </a:spcAft>
              <a:buSzPts val="4800"/>
              <a:buChar char="■"/>
              <a:defRPr sz="4800"/>
            </a:lvl9pPr>
          </a:lstStyle>
          <a:p/>
        </p:txBody>
      </p:sp>
      <p:sp>
        <p:nvSpPr>
          <p:cNvPr id="22" name="Google Shape;22;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23" name="Shape 23"/>
        <p:cNvGrpSpPr/>
        <p:nvPr/>
      </p:nvGrpSpPr>
      <p:grpSpPr>
        <a:xfrm>
          <a:off x="0" y="0"/>
          <a:ext cx="0" cy="0"/>
          <a:chOff x="0" y="0"/>
          <a:chExt cx="0" cy="0"/>
        </a:xfrm>
      </p:grpSpPr>
      <p:sp>
        <p:nvSpPr>
          <p:cNvPr id="24" name="Google Shape;24;p8"/>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8"/>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algn="ctr">
              <a:spcBef>
                <a:spcPts val="0"/>
              </a:spcBef>
              <a:spcAft>
                <a:spcPts val="0"/>
              </a:spcAft>
              <a:buSzPts val="4200"/>
              <a:buChar char="●"/>
              <a:defRPr sz="4200"/>
            </a:lvl1pPr>
            <a:lvl2pPr lvl="1" algn="ctr">
              <a:spcBef>
                <a:spcPts val="0"/>
              </a:spcBef>
              <a:spcAft>
                <a:spcPts val="0"/>
              </a:spcAft>
              <a:buSzPts val="4200"/>
              <a:buChar char="○"/>
              <a:defRPr sz="4200"/>
            </a:lvl2pPr>
            <a:lvl3pPr lvl="2" algn="ctr">
              <a:spcBef>
                <a:spcPts val="0"/>
              </a:spcBef>
              <a:spcAft>
                <a:spcPts val="0"/>
              </a:spcAft>
              <a:buSzPts val="4200"/>
              <a:buChar char="■"/>
              <a:defRPr sz="4200"/>
            </a:lvl3pPr>
            <a:lvl4pPr lvl="3" algn="ctr">
              <a:spcBef>
                <a:spcPts val="0"/>
              </a:spcBef>
              <a:spcAft>
                <a:spcPts val="0"/>
              </a:spcAft>
              <a:buSzPts val="4200"/>
              <a:buChar char="●"/>
              <a:defRPr sz="4200"/>
            </a:lvl4pPr>
            <a:lvl5pPr lvl="4" algn="ctr">
              <a:spcBef>
                <a:spcPts val="0"/>
              </a:spcBef>
              <a:spcAft>
                <a:spcPts val="0"/>
              </a:spcAft>
              <a:buSzPts val="4200"/>
              <a:buChar char="○"/>
              <a:defRPr sz="4200"/>
            </a:lvl5pPr>
            <a:lvl6pPr lvl="5" algn="ctr">
              <a:spcBef>
                <a:spcPts val="0"/>
              </a:spcBef>
              <a:spcAft>
                <a:spcPts val="0"/>
              </a:spcAft>
              <a:buSzPts val="4200"/>
              <a:buChar char="■"/>
              <a:defRPr sz="4200"/>
            </a:lvl6pPr>
            <a:lvl7pPr lvl="6" algn="ctr">
              <a:spcBef>
                <a:spcPts val="0"/>
              </a:spcBef>
              <a:spcAft>
                <a:spcPts val="0"/>
              </a:spcAft>
              <a:buSzPts val="4200"/>
              <a:buChar char="●"/>
              <a:defRPr sz="4200"/>
            </a:lvl7pPr>
            <a:lvl8pPr lvl="7" algn="ctr">
              <a:spcBef>
                <a:spcPts val="0"/>
              </a:spcBef>
              <a:spcAft>
                <a:spcPts val="0"/>
              </a:spcAft>
              <a:buSzPts val="4200"/>
              <a:buChar char="○"/>
              <a:defRPr sz="4200"/>
            </a:lvl8pPr>
            <a:lvl9pPr lvl="8" algn="ctr">
              <a:spcBef>
                <a:spcPts val="0"/>
              </a:spcBef>
              <a:spcAft>
                <a:spcPts val="0"/>
              </a:spcAft>
              <a:buSzPts val="4200"/>
              <a:buChar char="■"/>
              <a:defRPr sz="4200"/>
            </a:lvl9pPr>
          </a:lstStyle>
          <a:p/>
        </p:txBody>
      </p:sp>
      <p:sp>
        <p:nvSpPr>
          <p:cNvPr id="26" name="Google Shape;26;p8"/>
          <p:cNvSpPr txBox="1"/>
          <p:nvPr>
            <p:ph idx="1" type="subTitle"/>
          </p:nvPr>
        </p:nvSpPr>
        <p:spPr>
          <a:xfrm>
            <a:off x="265500" y="2803075"/>
            <a:ext cx="4045200" cy="12351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27" name="Google Shape;27;p8"/>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8" name="Google Shape;28;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29" name="Shape 29"/>
        <p:cNvGrpSpPr/>
        <p:nvPr/>
      </p:nvGrpSpPr>
      <p:grpSpPr>
        <a:xfrm>
          <a:off x="0" y="0"/>
          <a:ext cx="0" cy="0"/>
          <a:chOff x="0" y="0"/>
          <a:chExt cx="0" cy="0"/>
        </a:xfrm>
      </p:grpSpPr>
      <p:sp>
        <p:nvSpPr>
          <p:cNvPr id="30" name="Google Shape;30;p9"/>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400"/>
              <a:buNone/>
              <a:defRPr/>
            </a:lvl1pPr>
          </a:lstStyle>
          <a:p/>
        </p:txBody>
      </p:sp>
      <p:sp>
        <p:nvSpPr>
          <p:cNvPr id="31" name="Google Shape;31;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32" name="Shape 32"/>
        <p:cNvGrpSpPr/>
        <p:nvPr/>
      </p:nvGrpSpPr>
      <p:grpSpPr>
        <a:xfrm>
          <a:off x="0" y="0"/>
          <a:ext cx="0" cy="0"/>
          <a:chOff x="0" y="0"/>
          <a:chExt cx="0" cy="0"/>
        </a:xfrm>
      </p:grpSpPr>
      <p:sp>
        <p:nvSpPr>
          <p:cNvPr id="33" name="Google Shape;33;p10"/>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Autofit/>
          </a:bodyPr>
          <a:lstStyle>
            <a:lvl1pPr lvl="0" algn="ctr">
              <a:spcBef>
                <a:spcPts val="0"/>
              </a:spcBef>
              <a:spcAft>
                <a:spcPts val="0"/>
              </a:spcAft>
              <a:buSzPts val="12000"/>
              <a:buChar char="●"/>
              <a:defRPr sz="12000"/>
            </a:lvl1pPr>
            <a:lvl2pPr lvl="1" algn="ctr">
              <a:spcBef>
                <a:spcPts val="0"/>
              </a:spcBef>
              <a:spcAft>
                <a:spcPts val="0"/>
              </a:spcAft>
              <a:buSzPts val="12000"/>
              <a:buChar char="○"/>
              <a:defRPr sz="12000"/>
            </a:lvl2pPr>
            <a:lvl3pPr lvl="2" algn="ctr">
              <a:spcBef>
                <a:spcPts val="0"/>
              </a:spcBef>
              <a:spcAft>
                <a:spcPts val="0"/>
              </a:spcAft>
              <a:buSzPts val="12000"/>
              <a:buChar char="■"/>
              <a:defRPr sz="12000"/>
            </a:lvl3pPr>
            <a:lvl4pPr lvl="3" algn="ctr">
              <a:spcBef>
                <a:spcPts val="0"/>
              </a:spcBef>
              <a:spcAft>
                <a:spcPts val="0"/>
              </a:spcAft>
              <a:buSzPts val="12000"/>
              <a:buChar char="●"/>
              <a:defRPr sz="12000"/>
            </a:lvl4pPr>
            <a:lvl5pPr lvl="4" algn="ctr">
              <a:spcBef>
                <a:spcPts val="0"/>
              </a:spcBef>
              <a:spcAft>
                <a:spcPts val="0"/>
              </a:spcAft>
              <a:buSzPts val="12000"/>
              <a:buChar char="○"/>
              <a:defRPr sz="12000"/>
            </a:lvl5pPr>
            <a:lvl6pPr lvl="5" algn="ctr">
              <a:spcBef>
                <a:spcPts val="0"/>
              </a:spcBef>
              <a:spcAft>
                <a:spcPts val="0"/>
              </a:spcAft>
              <a:buSzPts val="12000"/>
              <a:buChar char="■"/>
              <a:defRPr sz="12000"/>
            </a:lvl6pPr>
            <a:lvl7pPr lvl="6" algn="ctr">
              <a:spcBef>
                <a:spcPts val="0"/>
              </a:spcBef>
              <a:spcAft>
                <a:spcPts val="0"/>
              </a:spcAft>
              <a:buSzPts val="12000"/>
              <a:buChar char="●"/>
              <a:defRPr sz="12000"/>
            </a:lvl7pPr>
            <a:lvl8pPr lvl="7" algn="ctr">
              <a:spcBef>
                <a:spcPts val="0"/>
              </a:spcBef>
              <a:spcAft>
                <a:spcPts val="0"/>
              </a:spcAft>
              <a:buSzPts val="12000"/>
              <a:buChar char="○"/>
              <a:defRPr sz="12000"/>
            </a:lvl8pPr>
            <a:lvl9pPr lvl="8" algn="ctr">
              <a:spcBef>
                <a:spcPts val="0"/>
              </a:spcBef>
              <a:spcAft>
                <a:spcPts val="0"/>
              </a:spcAft>
              <a:buSzPts val="12000"/>
              <a:buChar char="■"/>
              <a:defRPr sz="12000"/>
            </a:lvl9pPr>
          </a:lstStyle>
          <a:p>
            <a:r>
              <a:t>xx%</a:t>
            </a:r>
          </a:p>
        </p:txBody>
      </p:sp>
      <p:sp>
        <p:nvSpPr>
          <p:cNvPr id="34" name="Google Shape;34;p10"/>
          <p:cNvSpPr txBox="1"/>
          <p:nvPr>
            <p:ph idx="1" type="body"/>
          </p:nvPr>
        </p:nvSpPr>
        <p:spPr>
          <a:xfrm>
            <a:off x="311700" y="3152225"/>
            <a:ext cx="8520600" cy="1300800"/>
          </a:xfrm>
          <a:prstGeom prst="rect">
            <a:avLst/>
          </a:prstGeom>
          <a:noFill/>
          <a:ln>
            <a:noFill/>
          </a:ln>
        </p:spPr>
        <p:txBody>
          <a:bodyPr anchorCtr="0" anchor="ctr" bIns="91425" lIns="91425" spcFirstLastPara="1" rIns="91425" wrap="square" tIns="91425">
            <a:noAutofit/>
          </a:bodyPr>
          <a:lstStyle>
            <a:lvl1pPr indent="-317500" lvl="0" marL="457200" algn="ctr">
              <a:spcBef>
                <a:spcPts val="0"/>
              </a:spcBef>
              <a:spcAft>
                <a:spcPts val="0"/>
              </a:spcAft>
              <a:buSzPts val="14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35" name="Google Shape;35;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6" name="Shape 36"/>
        <p:cNvGrpSpPr/>
        <p:nvPr/>
      </p:nvGrpSpPr>
      <p:grpSpPr>
        <a:xfrm>
          <a:off x="0" y="0"/>
          <a:ext cx="0" cy="0"/>
          <a:chOff x="0" y="0"/>
          <a:chExt cx="0" cy="0"/>
        </a:xfrm>
      </p:grpSpPr>
      <p:sp>
        <p:nvSpPr>
          <p:cNvPr id="37" name="Google Shape;3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theme" Target="../theme/theme1.xml"/><Relationship Id="rId10" Type="http://schemas.openxmlformats.org/officeDocument/2006/relationships/slideLayout" Target="../slideLayouts/slideLayout10.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pt-BR"/>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0.png"/><Relationship Id="rId4" Type="http://schemas.openxmlformats.org/officeDocument/2006/relationships/image" Target="../media/image12.png"/><Relationship Id="rId10" Type="http://schemas.openxmlformats.org/officeDocument/2006/relationships/image" Target="../media/image5.png"/><Relationship Id="rId9" Type="http://schemas.openxmlformats.org/officeDocument/2006/relationships/image" Target="../media/image3.png"/><Relationship Id="rId5" Type="http://schemas.openxmlformats.org/officeDocument/2006/relationships/image" Target="../media/image6.png"/><Relationship Id="rId6" Type="http://schemas.openxmlformats.org/officeDocument/2006/relationships/image" Target="../media/image21.jpg"/><Relationship Id="rId7" Type="http://schemas.openxmlformats.org/officeDocument/2006/relationships/image" Target="../media/image9.png"/><Relationship Id="rId8"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3.png"/><Relationship Id="rId4" Type="http://schemas.openxmlformats.org/officeDocument/2006/relationships/image" Target="../media/image2.png"/><Relationship Id="rId10" Type="http://schemas.openxmlformats.org/officeDocument/2006/relationships/image" Target="../media/image19.png"/><Relationship Id="rId9" Type="http://schemas.openxmlformats.org/officeDocument/2006/relationships/image" Target="../media/image7.png"/><Relationship Id="rId5" Type="http://schemas.openxmlformats.org/officeDocument/2006/relationships/image" Target="../media/image11.png"/><Relationship Id="rId6" Type="http://schemas.openxmlformats.org/officeDocument/2006/relationships/image" Target="../media/image4.png"/><Relationship Id="rId7" Type="http://schemas.openxmlformats.org/officeDocument/2006/relationships/image" Target="../media/image15.png"/><Relationship Id="rId8"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 name="Shape 41"/>
        <p:cNvGrpSpPr/>
        <p:nvPr/>
      </p:nvGrpSpPr>
      <p:grpSpPr>
        <a:xfrm>
          <a:off x="0" y="0"/>
          <a:ext cx="0" cy="0"/>
          <a:chOff x="0" y="0"/>
          <a:chExt cx="0" cy="0"/>
        </a:xfrm>
      </p:grpSpPr>
      <p:sp>
        <p:nvSpPr>
          <p:cNvPr id="42" name="Google Shape;42;p12"/>
          <p:cNvSpPr txBox="1"/>
          <p:nvPr/>
        </p:nvSpPr>
        <p:spPr>
          <a:xfrm>
            <a:off x="4206525" y="3861285"/>
            <a:ext cx="22842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1600">
                <a:solidFill>
                  <a:schemeClr val="lt1"/>
                </a:solidFill>
                <a:latin typeface="Ubuntu"/>
                <a:ea typeface="Ubuntu"/>
                <a:cs typeface="Ubuntu"/>
                <a:sym typeface="Ubuntu"/>
              </a:rPr>
              <a:t>Tema | Capítulo</a:t>
            </a:r>
            <a:endParaRPr sz="1600">
              <a:solidFill>
                <a:schemeClr val="lt1"/>
              </a:solidFill>
              <a:latin typeface="Ubuntu"/>
              <a:ea typeface="Ubuntu"/>
              <a:cs typeface="Ubuntu"/>
              <a:sym typeface="Ubuntu"/>
            </a:endParaRPr>
          </a:p>
        </p:txBody>
      </p:sp>
      <p:grpSp>
        <p:nvGrpSpPr>
          <p:cNvPr id="43" name="Google Shape;43;p12"/>
          <p:cNvGrpSpPr/>
          <p:nvPr/>
        </p:nvGrpSpPr>
        <p:grpSpPr>
          <a:xfrm>
            <a:off x="4284425" y="4267792"/>
            <a:ext cx="4942500" cy="0"/>
            <a:chOff x="4251700" y="5140900"/>
            <a:chExt cx="4942500" cy="0"/>
          </a:xfrm>
        </p:grpSpPr>
        <p:cxnSp>
          <p:nvCxnSpPr>
            <p:cNvPr id="44" name="Google Shape;44;p12"/>
            <p:cNvCxnSpPr/>
            <p:nvPr/>
          </p:nvCxnSpPr>
          <p:spPr>
            <a:xfrm>
              <a:off x="4251700" y="5140900"/>
              <a:ext cx="3690600" cy="0"/>
            </a:xfrm>
            <a:prstGeom prst="straightConnector1">
              <a:avLst/>
            </a:prstGeom>
            <a:noFill/>
            <a:ln cap="flat" cmpd="sng" w="19050">
              <a:solidFill>
                <a:srgbClr val="A6F750"/>
              </a:solidFill>
              <a:prstDash val="solid"/>
              <a:round/>
              <a:headEnd len="med" w="med" type="none"/>
              <a:tailEnd len="med" w="med" type="none"/>
            </a:ln>
          </p:spPr>
        </p:cxnSp>
        <p:cxnSp>
          <p:nvCxnSpPr>
            <p:cNvPr id="45" name="Google Shape;45;p12"/>
            <p:cNvCxnSpPr/>
            <p:nvPr/>
          </p:nvCxnSpPr>
          <p:spPr>
            <a:xfrm>
              <a:off x="7942300" y="5140900"/>
              <a:ext cx="1251900" cy="0"/>
            </a:xfrm>
            <a:prstGeom prst="straightConnector1">
              <a:avLst/>
            </a:prstGeom>
            <a:noFill/>
            <a:ln cap="flat" cmpd="sng" w="19050">
              <a:solidFill>
                <a:srgbClr val="2371FF"/>
              </a:solidFill>
              <a:prstDash val="solid"/>
              <a:round/>
              <a:headEnd len="med" w="med" type="none"/>
              <a:tailEnd len="med" w="med" type="none"/>
            </a:ln>
          </p:spPr>
        </p:cxn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 name="Shape 49"/>
        <p:cNvGrpSpPr/>
        <p:nvPr/>
      </p:nvGrpSpPr>
      <p:grpSpPr>
        <a:xfrm>
          <a:off x="0" y="0"/>
          <a:ext cx="0" cy="0"/>
          <a:chOff x="0" y="0"/>
          <a:chExt cx="0" cy="0"/>
        </a:xfrm>
      </p:grpSpPr>
      <p:sp>
        <p:nvSpPr>
          <p:cNvPr id="50" name="Google Shape;50;p13"/>
          <p:cNvSpPr txBox="1"/>
          <p:nvPr/>
        </p:nvSpPr>
        <p:spPr>
          <a:xfrm>
            <a:off x="240550" y="124357"/>
            <a:ext cx="20553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1600">
                <a:solidFill>
                  <a:srgbClr val="A6F750"/>
                </a:solidFill>
                <a:latin typeface="Ubuntu Light"/>
                <a:ea typeface="Ubuntu Light"/>
                <a:cs typeface="Ubuntu Light"/>
                <a:sym typeface="Ubuntu Light"/>
              </a:rPr>
              <a:t>Título da Página</a:t>
            </a:r>
            <a:endParaRPr sz="1600">
              <a:solidFill>
                <a:srgbClr val="A6F750"/>
              </a:solidFill>
              <a:latin typeface="Ubuntu Light"/>
              <a:ea typeface="Ubuntu Light"/>
              <a:cs typeface="Ubuntu Light"/>
              <a:sym typeface="Ubuntu Light"/>
            </a:endParaRPr>
          </a:p>
        </p:txBody>
      </p:sp>
      <p:sp>
        <p:nvSpPr>
          <p:cNvPr id="51" name="Google Shape;51;p13"/>
          <p:cNvSpPr txBox="1"/>
          <p:nvPr/>
        </p:nvSpPr>
        <p:spPr>
          <a:xfrm>
            <a:off x="240550" y="396113"/>
            <a:ext cx="27309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900">
                <a:solidFill>
                  <a:schemeClr val="lt1"/>
                </a:solidFill>
                <a:latin typeface="Fira Code Light"/>
                <a:ea typeface="Fira Code Light"/>
                <a:cs typeface="Fira Code Light"/>
                <a:sym typeface="Fira Code Light"/>
              </a:rPr>
              <a:t>Subtítulo ou assunto</a:t>
            </a:r>
            <a:endParaRPr sz="900">
              <a:solidFill>
                <a:schemeClr val="lt1"/>
              </a:solidFill>
              <a:latin typeface="Fira Code Light"/>
              <a:ea typeface="Fira Code Light"/>
              <a:cs typeface="Fira Code Light"/>
              <a:sym typeface="Fira Code Light"/>
            </a:endParaRPr>
          </a:p>
        </p:txBody>
      </p:sp>
      <p:sp>
        <p:nvSpPr>
          <p:cNvPr id="52" name="Google Shape;52;p13"/>
          <p:cNvSpPr txBox="1"/>
          <p:nvPr/>
        </p:nvSpPr>
        <p:spPr>
          <a:xfrm>
            <a:off x="1336950" y="1668750"/>
            <a:ext cx="6470100" cy="212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a:solidFill>
                  <a:schemeClr val="lt1"/>
                </a:solidFill>
                <a:latin typeface="Fira Code Light"/>
                <a:ea typeface="Fira Code Light"/>
                <a:cs typeface="Fira Code Light"/>
                <a:sym typeface="Fira Code Light"/>
              </a:rPr>
              <a:t>Lorem ipsum dolor sit amet, consectetur adipiscing elit. Aliquet quisque consectetur turpis aliquam vestibulum. Scelerisque quis nam nibh nulla. Bibendum ac pharetra ut etiam iaculis. Eu purus in adipiscing nec in enim. Sapien dictum vitae at nunc. Integer feugiat commodo, faucibus egestas tincidunt lectus diam pretium tellus. Praesent fames venenatis velit felis, at nullam felis vel. Amet risus aliquet congue odio diam orci nisl. Pretium, quam aliquet ut interdum venenatis massa quam.</a:t>
            </a:r>
            <a:endParaRPr>
              <a:solidFill>
                <a:schemeClr val="lt1"/>
              </a:solidFill>
              <a:latin typeface="Fira Code Light"/>
              <a:ea typeface="Fira Code Light"/>
              <a:cs typeface="Fira Code Light"/>
              <a:sym typeface="Fira Code Light"/>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 name="Shape 56"/>
        <p:cNvGrpSpPr/>
        <p:nvPr/>
      </p:nvGrpSpPr>
      <p:grpSpPr>
        <a:xfrm>
          <a:off x="0" y="0"/>
          <a:ext cx="0" cy="0"/>
          <a:chOff x="0" y="0"/>
          <a:chExt cx="0" cy="0"/>
        </a:xfrm>
      </p:grpSpPr>
      <p:grpSp>
        <p:nvGrpSpPr>
          <p:cNvPr id="57" name="Google Shape;57;p14"/>
          <p:cNvGrpSpPr/>
          <p:nvPr/>
        </p:nvGrpSpPr>
        <p:grpSpPr>
          <a:xfrm>
            <a:off x="452832" y="3064425"/>
            <a:ext cx="2776035" cy="231673"/>
            <a:chOff x="253900" y="2551650"/>
            <a:chExt cx="7072700" cy="590250"/>
          </a:xfrm>
        </p:grpSpPr>
        <p:sp>
          <p:nvSpPr>
            <p:cNvPr id="58" name="Google Shape;58;p14"/>
            <p:cNvSpPr/>
            <p:nvPr/>
          </p:nvSpPr>
          <p:spPr>
            <a:xfrm>
              <a:off x="253900" y="2551650"/>
              <a:ext cx="7072700" cy="590250"/>
            </a:xfrm>
            <a:custGeom>
              <a:rect b="b" l="l" r="r" t="t"/>
              <a:pathLst>
                <a:path extrusionOk="0" fill="none" h="23610" w="282908">
                  <a:moveTo>
                    <a:pt x="2078" y="1"/>
                  </a:moveTo>
                  <a:lnTo>
                    <a:pt x="280876" y="1"/>
                  </a:lnTo>
                  <a:cubicBezTo>
                    <a:pt x="282004" y="1"/>
                    <a:pt x="282907" y="949"/>
                    <a:pt x="282907" y="2077"/>
                  </a:cubicBezTo>
                  <a:lnTo>
                    <a:pt x="282907" y="21533"/>
                  </a:lnTo>
                  <a:cubicBezTo>
                    <a:pt x="282907" y="22662"/>
                    <a:pt x="282004" y="23610"/>
                    <a:pt x="280876" y="23610"/>
                  </a:cubicBezTo>
                  <a:lnTo>
                    <a:pt x="2078" y="23610"/>
                  </a:lnTo>
                  <a:cubicBezTo>
                    <a:pt x="904" y="23610"/>
                    <a:pt x="1" y="22662"/>
                    <a:pt x="1" y="21533"/>
                  </a:cubicBezTo>
                  <a:lnTo>
                    <a:pt x="1" y="2077"/>
                  </a:lnTo>
                  <a:cubicBezTo>
                    <a:pt x="1" y="949"/>
                    <a:pt x="904" y="1"/>
                    <a:pt x="2078" y="1"/>
                  </a:cubicBezTo>
                  <a:close/>
                </a:path>
              </a:pathLst>
            </a:custGeom>
            <a:noFill/>
            <a:ln cap="flat" cmpd="sng" w="14675">
              <a:solidFill>
                <a:srgbClr val="A6F750"/>
              </a:solidFill>
              <a:prstDash val="solid"/>
              <a:miter lim="4514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14"/>
            <p:cNvSpPr/>
            <p:nvPr/>
          </p:nvSpPr>
          <p:spPr>
            <a:xfrm>
              <a:off x="314850" y="2613725"/>
              <a:ext cx="3252525" cy="466100"/>
            </a:xfrm>
            <a:custGeom>
              <a:rect b="b" l="l" r="r" t="t"/>
              <a:pathLst>
                <a:path extrusionOk="0" h="18644" w="130101">
                  <a:moveTo>
                    <a:pt x="1129" y="0"/>
                  </a:moveTo>
                  <a:cubicBezTo>
                    <a:pt x="497" y="0"/>
                    <a:pt x="1" y="497"/>
                    <a:pt x="1" y="1129"/>
                  </a:cubicBezTo>
                  <a:lnTo>
                    <a:pt x="1" y="17515"/>
                  </a:lnTo>
                  <a:cubicBezTo>
                    <a:pt x="1" y="18147"/>
                    <a:pt x="497" y="18644"/>
                    <a:pt x="1129" y="18644"/>
                  </a:cubicBezTo>
                  <a:lnTo>
                    <a:pt x="128972" y="18644"/>
                  </a:lnTo>
                  <a:cubicBezTo>
                    <a:pt x="129604" y="18644"/>
                    <a:pt x="130100" y="18147"/>
                    <a:pt x="130100" y="17515"/>
                  </a:cubicBezTo>
                  <a:lnTo>
                    <a:pt x="130100" y="1129"/>
                  </a:lnTo>
                  <a:cubicBezTo>
                    <a:pt x="130100" y="497"/>
                    <a:pt x="129604" y="0"/>
                    <a:pt x="128972" y="0"/>
                  </a:cubicBezTo>
                  <a:close/>
                </a:path>
              </a:pathLst>
            </a:custGeom>
            <a:solidFill>
              <a:srgbClr val="A6F75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60" name="Google Shape;60;p14"/>
          <p:cNvPicPr preferRelativeResize="0"/>
          <p:nvPr/>
        </p:nvPicPr>
        <p:blipFill>
          <a:blip r:embed="rId3">
            <a:alphaModFix/>
          </a:blip>
          <a:stretch>
            <a:fillRect/>
          </a:stretch>
        </p:blipFill>
        <p:spPr>
          <a:xfrm>
            <a:off x="5285650" y="3805763"/>
            <a:ext cx="2791485" cy="709467"/>
          </a:xfrm>
          <a:prstGeom prst="rect">
            <a:avLst/>
          </a:prstGeom>
          <a:noFill/>
          <a:ln>
            <a:noFill/>
          </a:ln>
        </p:spPr>
      </p:pic>
      <p:pic>
        <p:nvPicPr>
          <p:cNvPr id="61" name="Google Shape;61;p14"/>
          <p:cNvPicPr preferRelativeResize="0"/>
          <p:nvPr/>
        </p:nvPicPr>
        <p:blipFill>
          <a:blip r:embed="rId4">
            <a:alphaModFix/>
          </a:blip>
          <a:stretch>
            <a:fillRect/>
          </a:stretch>
        </p:blipFill>
        <p:spPr>
          <a:xfrm>
            <a:off x="3644925" y="2976335"/>
            <a:ext cx="1238850" cy="1538887"/>
          </a:xfrm>
          <a:prstGeom prst="rect">
            <a:avLst/>
          </a:prstGeom>
          <a:noFill/>
          <a:ln>
            <a:noFill/>
          </a:ln>
        </p:spPr>
      </p:pic>
      <p:pic>
        <p:nvPicPr>
          <p:cNvPr id="62" name="Google Shape;62;p14"/>
          <p:cNvPicPr preferRelativeResize="0"/>
          <p:nvPr/>
        </p:nvPicPr>
        <p:blipFill>
          <a:blip r:embed="rId5">
            <a:alphaModFix/>
          </a:blip>
          <a:stretch>
            <a:fillRect/>
          </a:stretch>
        </p:blipFill>
        <p:spPr>
          <a:xfrm>
            <a:off x="5486163" y="2390929"/>
            <a:ext cx="1858185" cy="1254510"/>
          </a:xfrm>
          <a:prstGeom prst="rect">
            <a:avLst/>
          </a:prstGeom>
          <a:noFill/>
          <a:ln>
            <a:noFill/>
          </a:ln>
        </p:spPr>
      </p:pic>
      <p:pic>
        <p:nvPicPr>
          <p:cNvPr id="63" name="Google Shape;63;p14"/>
          <p:cNvPicPr preferRelativeResize="0"/>
          <p:nvPr/>
        </p:nvPicPr>
        <p:blipFill>
          <a:blip r:embed="rId6">
            <a:alphaModFix/>
          </a:blip>
          <a:stretch>
            <a:fillRect/>
          </a:stretch>
        </p:blipFill>
        <p:spPr>
          <a:xfrm>
            <a:off x="5486173" y="2433142"/>
            <a:ext cx="2021100" cy="1212300"/>
          </a:xfrm>
          <a:prstGeom prst="roundRect">
            <a:avLst>
              <a:gd fmla="val 3629" name="adj"/>
            </a:avLst>
          </a:prstGeom>
          <a:noFill/>
          <a:ln>
            <a:noFill/>
          </a:ln>
        </p:spPr>
      </p:pic>
      <p:pic>
        <p:nvPicPr>
          <p:cNvPr id="64" name="Google Shape;64;p14"/>
          <p:cNvPicPr preferRelativeResize="0"/>
          <p:nvPr/>
        </p:nvPicPr>
        <p:blipFill>
          <a:blip r:embed="rId7">
            <a:alphaModFix/>
          </a:blip>
          <a:stretch>
            <a:fillRect/>
          </a:stretch>
        </p:blipFill>
        <p:spPr>
          <a:xfrm>
            <a:off x="6309001" y="520043"/>
            <a:ext cx="1901294" cy="1585845"/>
          </a:xfrm>
          <a:prstGeom prst="rect">
            <a:avLst/>
          </a:prstGeom>
          <a:noFill/>
          <a:ln>
            <a:noFill/>
          </a:ln>
        </p:spPr>
      </p:pic>
      <p:pic>
        <p:nvPicPr>
          <p:cNvPr id="65" name="Google Shape;65;p14"/>
          <p:cNvPicPr preferRelativeResize="0"/>
          <p:nvPr/>
        </p:nvPicPr>
        <p:blipFill>
          <a:blip r:embed="rId8">
            <a:alphaModFix/>
          </a:blip>
          <a:stretch>
            <a:fillRect/>
          </a:stretch>
        </p:blipFill>
        <p:spPr>
          <a:xfrm>
            <a:off x="452825" y="4789013"/>
            <a:ext cx="2631285" cy="20565"/>
          </a:xfrm>
          <a:prstGeom prst="rect">
            <a:avLst/>
          </a:prstGeom>
          <a:noFill/>
          <a:ln>
            <a:noFill/>
          </a:ln>
        </p:spPr>
      </p:pic>
      <p:pic>
        <p:nvPicPr>
          <p:cNvPr id="66" name="Google Shape;66;p14"/>
          <p:cNvPicPr preferRelativeResize="0"/>
          <p:nvPr/>
        </p:nvPicPr>
        <p:blipFill>
          <a:blip r:embed="rId9">
            <a:alphaModFix/>
          </a:blip>
          <a:stretch>
            <a:fillRect/>
          </a:stretch>
        </p:blipFill>
        <p:spPr>
          <a:xfrm>
            <a:off x="2748450" y="1793447"/>
            <a:ext cx="2093378" cy="950400"/>
          </a:xfrm>
          <a:prstGeom prst="rect">
            <a:avLst/>
          </a:prstGeom>
          <a:noFill/>
          <a:ln>
            <a:noFill/>
          </a:ln>
        </p:spPr>
      </p:pic>
      <p:cxnSp>
        <p:nvCxnSpPr>
          <p:cNvPr id="67" name="Google Shape;67;p14"/>
          <p:cNvCxnSpPr/>
          <p:nvPr/>
        </p:nvCxnSpPr>
        <p:spPr>
          <a:xfrm>
            <a:off x="3591175" y="4799295"/>
            <a:ext cx="3761100" cy="0"/>
          </a:xfrm>
          <a:prstGeom prst="straightConnector1">
            <a:avLst/>
          </a:prstGeom>
          <a:noFill/>
          <a:ln cap="flat" cmpd="sng" w="9525">
            <a:solidFill>
              <a:schemeClr val="lt1"/>
            </a:solidFill>
            <a:prstDash val="dash"/>
            <a:round/>
            <a:headEnd len="med" w="med" type="none"/>
            <a:tailEnd len="med" w="med" type="none"/>
          </a:ln>
        </p:spPr>
      </p:cxnSp>
      <p:sp>
        <p:nvSpPr>
          <p:cNvPr id="68" name="Google Shape;68;p14"/>
          <p:cNvSpPr txBox="1"/>
          <p:nvPr/>
        </p:nvSpPr>
        <p:spPr>
          <a:xfrm>
            <a:off x="509725" y="882742"/>
            <a:ext cx="2866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a:solidFill>
                  <a:schemeClr val="lt1"/>
                </a:solidFill>
                <a:latin typeface="Fira Code"/>
                <a:ea typeface="Fira Code"/>
                <a:cs typeface="Fira Code"/>
                <a:sym typeface="Fira Code"/>
              </a:rPr>
              <a:t>-&gt; --&gt; ==&gt; &amp;&amp; ~~ www ***</a:t>
            </a:r>
            <a:endParaRPr>
              <a:solidFill>
                <a:schemeClr val="lt1"/>
              </a:solidFill>
              <a:latin typeface="Fira Code"/>
              <a:ea typeface="Fira Code"/>
              <a:cs typeface="Fira Code"/>
              <a:sym typeface="Fira Code"/>
            </a:endParaRPr>
          </a:p>
        </p:txBody>
      </p:sp>
      <p:sp>
        <p:nvSpPr>
          <p:cNvPr id="69" name="Google Shape;69;p14"/>
          <p:cNvSpPr txBox="1"/>
          <p:nvPr/>
        </p:nvSpPr>
        <p:spPr>
          <a:xfrm>
            <a:off x="487650" y="1280430"/>
            <a:ext cx="2260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a:solidFill>
                  <a:schemeClr val="lt1"/>
                </a:solidFill>
                <a:latin typeface="Fira Code"/>
                <a:ea typeface="Fira Code"/>
                <a:cs typeface="Fira Code"/>
                <a:sym typeface="Fira Code"/>
              </a:rPr>
              <a:t>-&gt;&gt; &gt;--&gt; ~@ =&lt;&lt; &lt;=&gt;</a:t>
            </a:r>
            <a:endParaRPr>
              <a:solidFill>
                <a:schemeClr val="lt1"/>
              </a:solidFill>
              <a:latin typeface="Fira Code"/>
              <a:ea typeface="Fira Code"/>
              <a:cs typeface="Fira Code"/>
              <a:sym typeface="Fira Code"/>
            </a:endParaRPr>
          </a:p>
        </p:txBody>
      </p:sp>
      <p:grpSp>
        <p:nvGrpSpPr>
          <p:cNvPr id="70" name="Google Shape;70;p14"/>
          <p:cNvGrpSpPr/>
          <p:nvPr/>
        </p:nvGrpSpPr>
        <p:grpSpPr>
          <a:xfrm>
            <a:off x="476278" y="3532247"/>
            <a:ext cx="2807105" cy="1030622"/>
            <a:chOff x="243550" y="1397650"/>
            <a:chExt cx="7128250" cy="2908075"/>
          </a:xfrm>
        </p:grpSpPr>
        <p:sp>
          <p:nvSpPr>
            <p:cNvPr id="71" name="Google Shape;71;p14"/>
            <p:cNvSpPr/>
            <p:nvPr/>
          </p:nvSpPr>
          <p:spPr>
            <a:xfrm>
              <a:off x="243550" y="2629875"/>
              <a:ext cx="7128250" cy="1675850"/>
            </a:xfrm>
            <a:custGeom>
              <a:rect b="b" l="l" r="r" t="t"/>
              <a:pathLst>
                <a:path extrusionOk="0" h="67034" w="285130">
                  <a:moveTo>
                    <a:pt x="0" y="1"/>
                  </a:moveTo>
                  <a:lnTo>
                    <a:pt x="0" y="63311"/>
                  </a:lnTo>
                  <a:cubicBezTo>
                    <a:pt x="0" y="65359"/>
                    <a:pt x="1675" y="67034"/>
                    <a:pt x="3722" y="67034"/>
                  </a:cubicBezTo>
                  <a:lnTo>
                    <a:pt x="281407" y="67034"/>
                  </a:lnTo>
                  <a:cubicBezTo>
                    <a:pt x="283455" y="67034"/>
                    <a:pt x="285130" y="65359"/>
                    <a:pt x="285130" y="63311"/>
                  </a:cubicBezTo>
                  <a:lnTo>
                    <a:pt x="285130" y="1"/>
                  </a:lnTo>
                  <a:close/>
                </a:path>
              </a:pathLst>
            </a:custGeom>
            <a:solidFill>
              <a:srgbClr val="282C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14"/>
            <p:cNvSpPr/>
            <p:nvPr/>
          </p:nvSpPr>
          <p:spPr>
            <a:xfrm>
              <a:off x="243550" y="2029650"/>
              <a:ext cx="7128250" cy="600250"/>
            </a:xfrm>
            <a:custGeom>
              <a:rect b="b" l="l" r="r" t="t"/>
              <a:pathLst>
                <a:path extrusionOk="0" h="24010" w="285130">
                  <a:moveTo>
                    <a:pt x="0" y="1"/>
                  </a:moveTo>
                  <a:lnTo>
                    <a:pt x="0" y="24010"/>
                  </a:lnTo>
                  <a:lnTo>
                    <a:pt x="285130" y="24010"/>
                  </a:lnTo>
                  <a:lnTo>
                    <a:pt x="285130" y="1"/>
                  </a:lnTo>
                  <a:close/>
                </a:path>
              </a:pathLst>
            </a:custGeom>
            <a:solidFill>
              <a:srgbClr val="383C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14"/>
            <p:cNvSpPr/>
            <p:nvPr/>
          </p:nvSpPr>
          <p:spPr>
            <a:xfrm>
              <a:off x="243550" y="1397650"/>
              <a:ext cx="7128250" cy="632025"/>
            </a:xfrm>
            <a:custGeom>
              <a:rect b="b" l="l" r="r" t="t"/>
              <a:pathLst>
                <a:path extrusionOk="0" h="25281" w="285130">
                  <a:moveTo>
                    <a:pt x="3722" y="0"/>
                  </a:moveTo>
                  <a:cubicBezTo>
                    <a:pt x="1675" y="0"/>
                    <a:pt x="0" y="1644"/>
                    <a:pt x="0" y="3691"/>
                  </a:cubicBezTo>
                  <a:lnTo>
                    <a:pt x="0" y="25281"/>
                  </a:lnTo>
                  <a:lnTo>
                    <a:pt x="285130" y="25281"/>
                  </a:lnTo>
                  <a:lnTo>
                    <a:pt x="285130" y="3691"/>
                  </a:lnTo>
                  <a:cubicBezTo>
                    <a:pt x="285130" y="1644"/>
                    <a:pt x="283455" y="0"/>
                    <a:pt x="281407" y="0"/>
                  </a:cubicBezTo>
                  <a:close/>
                </a:path>
              </a:pathLst>
            </a:custGeom>
            <a:solidFill>
              <a:srgbClr val="A6F75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4" name="Google Shape;74;p14"/>
          <p:cNvGrpSpPr/>
          <p:nvPr/>
        </p:nvGrpSpPr>
        <p:grpSpPr>
          <a:xfrm>
            <a:off x="8532719" y="2523540"/>
            <a:ext cx="379395" cy="339560"/>
            <a:chOff x="1249800" y="282500"/>
            <a:chExt cx="4839225" cy="4809625"/>
          </a:xfrm>
        </p:grpSpPr>
        <p:sp>
          <p:nvSpPr>
            <p:cNvPr id="75" name="Google Shape;75;p14"/>
            <p:cNvSpPr/>
            <p:nvPr/>
          </p:nvSpPr>
          <p:spPr>
            <a:xfrm>
              <a:off x="1249800" y="282500"/>
              <a:ext cx="4809625" cy="4809625"/>
            </a:xfrm>
            <a:custGeom>
              <a:rect b="b" l="l" r="r" t="t"/>
              <a:pathLst>
                <a:path extrusionOk="0" h="192385" w="192385">
                  <a:moveTo>
                    <a:pt x="96193" y="11840"/>
                  </a:moveTo>
                  <a:cubicBezTo>
                    <a:pt x="142661" y="11840"/>
                    <a:pt x="180249" y="49725"/>
                    <a:pt x="180249" y="96193"/>
                  </a:cubicBezTo>
                  <a:cubicBezTo>
                    <a:pt x="180249" y="142661"/>
                    <a:pt x="142661" y="180249"/>
                    <a:pt x="96193" y="180249"/>
                  </a:cubicBezTo>
                  <a:cubicBezTo>
                    <a:pt x="49725" y="180249"/>
                    <a:pt x="12136" y="142661"/>
                    <a:pt x="12136" y="96193"/>
                  </a:cubicBezTo>
                  <a:cubicBezTo>
                    <a:pt x="12136" y="49725"/>
                    <a:pt x="49725" y="11840"/>
                    <a:pt x="96193" y="11840"/>
                  </a:cubicBezTo>
                  <a:close/>
                  <a:moveTo>
                    <a:pt x="96193" y="1"/>
                  </a:moveTo>
                  <a:cubicBezTo>
                    <a:pt x="43213" y="1"/>
                    <a:pt x="1" y="42917"/>
                    <a:pt x="1" y="96193"/>
                  </a:cubicBezTo>
                  <a:cubicBezTo>
                    <a:pt x="1" y="149172"/>
                    <a:pt x="43213" y="192384"/>
                    <a:pt x="96193" y="192384"/>
                  </a:cubicBezTo>
                  <a:cubicBezTo>
                    <a:pt x="149468" y="192384"/>
                    <a:pt x="192384" y="149172"/>
                    <a:pt x="192384" y="96193"/>
                  </a:cubicBezTo>
                  <a:cubicBezTo>
                    <a:pt x="192384" y="42917"/>
                    <a:pt x="149468" y="1"/>
                    <a:pt x="96193" y="1"/>
                  </a:cubicBezTo>
                  <a:close/>
                </a:path>
              </a:pathLst>
            </a:custGeom>
            <a:solidFill>
              <a:srgbClr val="282C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4"/>
            <p:cNvSpPr/>
            <p:nvPr/>
          </p:nvSpPr>
          <p:spPr>
            <a:xfrm>
              <a:off x="2241325" y="282500"/>
              <a:ext cx="3847700" cy="4809625"/>
            </a:xfrm>
            <a:custGeom>
              <a:rect b="b" l="l" r="r" t="t"/>
              <a:pathLst>
                <a:path extrusionOk="0" h="192385" w="153908">
                  <a:moveTo>
                    <a:pt x="56532" y="1"/>
                  </a:moveTo>
                  <a:lnTo>
                    <a:pt x="56532" y="11840"/>
                  </a:lnTo>
                  <a:cubicBezTo>
                    <a:pt x="69850" y="11840"/>
                    <a:pt x="82873" y="15096"/>
                    <a:pt x="94712" y="21015"/>
                  </a:cubicBezTo>
                  <a:cubicBezTo>
                    <a:pt x="106551" y="27231"/>
                    <a:pt x="116910" y="35814"/>
                    <a:pt x="124606" y="46765"/>
                  </a:cubicBezTo>
                  <a:cubicBezTo>
                    <a:pt x="132597" y="57420"/>
                    <a:pt x="137629" y="69851"/>
                    <a:pt x="139700" y="82874"/>
                  </a:cubicBezTo>
                  <a:cubicBezTo>
                    <a:pt x="141772" y="96193"/>
                    <a:pt x="140588" y="109511"/>
                    <a:pt x="136741" y="122238"/>
                  </a:cubicBezTo>
                  <a:cubicBezTo>
                    <a:pt x="132597" y="134669"/>
                    <a:pt x="125494" y="146212"/>
                    <a:pt x="116022" y="155683"/>
                  </a:cubicBezTo>
                  <a:cubicBezTo>
                    <a:pt x="106551" y="165155"/>
                    <a:pt x="95304" y="171962"/>
                    <a:pt x="82577" y="176106"/>
                  </a:cubicBezTo>
                  <a:cubicBezTo>
                    <a:pt x="73960" y="178911"/>
                    <a:pt x="65072" y="180360"/>
                    <a:pt x="56187" y="180360"/>
                  </a:cubicBezTo>
                  <a:cubicBezTo>
                    <a:pt x="51950" y="180360"/>
                    <a:pt x="47714" y="180030"/>
                    <a:pt x="43509" y="179361"/>
                  </a:cubicBezTo>
                  <a:cubicBezTo>
                    <a:pt x="30190" y="177290"/>
                    <a:pt x="17759" y="171962"/>
                    <a:pt x="7104" y="164267"/>
                  </a:cubicBezTo>
                  <a:lnTo>
                    <a:pt x="0" y="174034"/>
                  </a:lnTo>
                  <a:cubicBezTo>
                    <a:pt x="12431" y="182913"/>
                    <a:pt x="26638" y="188833"/>
                    <a:pt x="41437" y="191200"/>
                  </a:cubicBezTo>
                  <a:cubicBezTo>
                    <a:pt x="46468" y="191990"/>
                    <a:pt x="51533" y="192384"/>
                    <a:pt x="56586" y="192384"/>
                  </a:cubicBezTo>
                  <a:cubicBezTo>
                    <a:pt x="66693" y="192384"/>
                    <a:pt x="76756" y="190806"/>
                    <a:pt x="86425" y="187649"/>
                  </a:cubicBezTo>
                  <a:cubicBezTo>
                    <a:pt x="100632" y="182913"/>
                    <a:pt x="113951" y="174922"/>
                    <a:pt x="124606" y="164267"/>
                  </a:cubicBezTo>
                  <a:cubicBezTo>
                    <a:pt x="135261" y="153316"/>
                    <a:pt x="143252" y="140293"/>
                    <a:pt x="147988" y="125790"/>
                  </a:cubicBezTo>
                  <a:cubicBezTo>
                    <a:pt x="152723" y="111287"/>
                    <a:pt x="153907" y="96193"/>
                    <a:pt x="151539" y="81098"/>
                  </a:cubicBezTo>
                  <a:cubicBezTo>
                    <a:pt x="149172" y="66003"/>
                    <a:pt x="143252" y="51796"/>
                    <a:pt x="134373" y="39661"/>
                  </a:cubicBezTo>
                  <a:cubicBezTo>
                    <a:pt x="125494" y="27231"/>
                    <a:pt x="113655" y="17167"/>
                    <a:pt x="100336" y="10360"/>
                  </a:cubicBezTo>
                  <a:cubicBezTo>
                    <a:pt x="86721" y="3553"/>
                    <a:pt x="71626" y="1"/>
                    <a:pt x="56532" y="1"/>
                  </a:cubicBezTo>
                  <a:close/>
                </a:path>
              </a:pathLst>
            </a:custGeom>
            <a:solidFill>
              <a:srgbClr val="A6F75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14"/>
            <p:cNvSpPr/>
            <p:nvPr/>
          </p:nvSpPr>
          <p:spPr>
            <a:xfrm>
              <a:off x="2966450" y="1910375"/>
              <a:ext cx="1331925" cy="1605675"/>
            </a:xfrm>
            <a:custGeom>
              <a:rect b="b" l="l" r="r" t="t"/>
              <a:pathLst>
                <a:path extrusionOk="0" h="64227" w="53277">
                  <a:moveTo>
                    <a:pt x="13320" y="0"/>
                  </a:moveTo>
                  <a:lnTo>
                    <a:pt x="12432" y="4144"/>
                  </a:lnTo>
                  <a:lnTo>
                    <a:pt x="46173" y="4144"/>
                  </a:lnTo>
                  <a:lnTo>
                    <a:pt x="22791" y="28118"/>
                  </a:lnTo>
                  <a:lnTo>
                    <a:pt x="21903" y="31670"/>
                  </a:lnTo>
                  <a:lnTo>
                    <a:pt x="25455" y="31670"/>
                  </a:lnTo>
                  <a:cubicBezTo>
                    <a:pt x="36702" y="31670"/>
                    <a:pt x="42029" y="35813"/>
                    <a:pt x="42029" y="43804"/>
                  </a:cubicBezTo>
                  <a:cubicBezTo>
                    <a:pt x="42029" y="53572"/>
                    <a:pt x="34334" y="60083"/>
                    <a:pt x="21607" y="60083"/>
                  </a:cubicBezTo>
                  <a:cubicBezTo>
                    <a:pt x="12728" y="60083"/>
                    <a:pt x="5920" y="56531"/>
                    <a:pt x="2665" y="52092"/>
                  </a:cubicBezTo>
                  <a:lnTo>
                    <a:pt x="1" y="55643"/>
                  </a:lnTo>
                  <a:cubicBezTo>
                    <a:pt x="3553" y="60675"/>
                    <a:pt x="11544" y="64227"/>
                    <a:pt x="21607" y="64227"/>
                  </a:cubicBezTo>
                  <a:cubicBezTo>
                    <a:pt x="36702" y="64227"/>
                    <a:pt x="46765" y="55939"/>
                    <a:pt x="46765" y="43804"/>
                  </a:cubicBezTo>
                  <a:cubicBezTo>
                    <a:pt x="46765" y="34037"/>
                    <a:pt x="40549" y="28414"/>
                    <a:pt x="28710" y="27822"/>
                  </a:cubicBezTo>
                  <a:lnTo>
                    <a:pt x="52684" y="3256"/>
                  </a:lnTo>
                  <a:lnTo>
                    <a:pt x="53276" y="0"/>
                  </a:lnTo>
                  <a:close/>
                </a:path>
              </a:pathLst>
            </a:custGeom>
            <a:solidFill>
              <a:srgbClr val="A6F75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8" name="Google Shape;78;p14"/>
          <p:cNvGrpSpPr/>
          <p:nvPr/>
        </p:nvGrpSpPr>
        <p:grpSpPr>
          <a:xfrm>
            <a:off x="8532833" y="2995458"/>
            <a:ext cx="379458" cy="336193"/>
            <a:chOff x="1212800" y="289900"/>
            <a:chExt cx="4883625" cy="4809625"/>
          </a:xfrm>
        </p:grpSpPr>
        <p:sp>
          <p:nvSpPr>
            <p:cNvPr id="79" name="Google Shape;79;p14"/>
            <p:cNvSpPr/>
            <p:nvPr/>
          </p:nvSpPr>
          <p:spPr>
            <a:xfrm>
              <a:off x="1249800" y="289900"/>
              <a:ext cx="4809625" cy="4809625"/>
            </a:xfrm>
            <a:custGeom>
              <a:rect b="b" l="l" r="r" t="t"/>
              <a:pathLst>
                <a:path extrusionOk="0" h="192385" w="192385">
                  <a:moveTo>
                    <a:pt x="96193" y="12136"/>
                  </a:moveTo>
                  <a:cubicBezTo>
                    <a:pt x="142661" y="12136"/>
                    <a:pt x="180249" y="49725"/>
                    <a:pt x="180249" y="96193"/>
                  </a:cubicBezTo>
                  <a:cubicBezTo>
                    <a:pt x="180249" y="142661"/>
                    <a:pt x="142661" y="180249"/>
                    <a:pt x="96193" y="180249"/>
                  </a:cubicBezTo>
                  <a:cubicBezTo>
                    <a:pt x="49725" y="180249"/>
                    <a:pt x="12136" y="142661"/>
                    <a:pt x="12136" y="96193"/>
                  </a:cubicBezTo>
                  <a:cubicBezTo>
                    <a:pt x="12136" y="49725"/>
                    <a:pt x="49725" y="12136"/>
                    <a:pt x="96193" y="12136"/>
                  </a:cubicBezTo>
                  <a:close/>
                  <a:moveTo>
                    <a:pt x="96193" y="1"/>
                  </a:moveTo>
                  <a:cubicBezTo>
                    <a:pt x="43213" y="1"/>
                    <a:pt x="1" y="43213"/>
                    <a:pt x="1" y="96193"/>
                  </a:cubicBezTo>
                  <a:cubicBezTo>
                    <a:pt x="1" y="149468"/>
                    <a:pt x="43213" y="192384"/>
                    <a:pt x="96193" y="192384"/>
                  </a:cubicBezTo>
                  <a:cubicBezTo>
                    <a:pt x="149468" y="192384"/>
                    <a:pt x="192384" y="149468"/>
                    <a:pt x="192384" y="96193"/>
                  </a:cubicBezTo>
                  <a:cubicBezTo>
                    <a:pt x="192384" y="43213"/>
                    <a:pt x="149468" y="1"/>
                    <a:pt x="96193" y="1"/>
                  </a:cubicBezTo>
                  <a:close/>
                </a:path>
              </a:pathLst>
            </a:custGeom>
            <a:solidFill>
              <a:srgbClr val="282C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14"/>
            <p:cNvSpPr/>
            <p:nvPr/>
          </p:nvSpPr>
          <p:spPr>
            <a:xfrm>
              <a:off x="1212800" y="289900"/>
              <a:ext cx="4883625" cy="4809625"/>
            </a:xfrm>
            <a:custGeom>
              <a:rect b="b" l="l" r="r" t="t"/>
              <a:pathLst>
                <a:path extrusionOk="0" h="192385" w="195345">
                  <a:moveTo>
                    <a:pt x="97673" y="1"/>
                  </a:moveTo>
                  <a:lnTo>
                    <a:pt x="97673" y="12136"/>
                  </a:lnTo>
                  <a:cubicBezTo>
                    <a:pt x="115431" y="12136"/>
                    <a:pt x="132894" y="17759"/>
                    <a:pt x="147100" y="28118"/>
                  </a:cubicBezTo>
                  <a:cubicBezTo>
                    <a:pt x="161603" y="38478"/>
                    <a:pt x="172258" y="53276"/>
                    <a:pt x="177882" y="70147"/>
                  </a:cubicBezTo>
                  <a:cubicBezTo>
                    <a:pt x="183209" y="87017"/>
                    <a:pt x="183209" y="105368"/>
                    <a:pt x="177882" y="122238"/>
                  </a:cubicBezTo>
                  <a:cubicBezTo>
                    <a:pt x="172258" y="139109"/>
                    <a:pt x="161603" y="153908"/>
                    <a:pt x="147100" y="164267"/>
                  </a:cubicBezTo>
                  <a:cubicBezTo>
                    <a:pt x="132894" y="174626"/>
                    <a:pt x="115431" y="180249"/>
                    <a:pt x="97673" y="180249"/>
                  </a:cubicBezTo>
                  <a:cubicBezTo>
                    <a:pt x="79914" y="180249"/>
                    <a:pt x="62748" y="174626"/>
                    <a:pt x="48245" y="164267"/>
                  </a:cubicBezTo>
                  <a:cubicBezTo>
                    <a:pt x="33742" y="153908"/>
                    <a:pt x="23087" y="139109"/>
                    <a:pt x="17759" y="122238"/>
                  </a:cubicBezTo>
                  <a:cubicBezTo>
                    <a:pt x="12136" y="105368"/>
                    <a:pt x="12136" y="87017"/>
                    <a:pt x="17759" y="70147"/>
                  </a:cubicBezTo>
                  <a:lnTo>
                    <a:pt x="6216" y="66595"/>
                  </a:lnTo>
                  <a:cubicBezTo>
                    <a:pt x="1" y="85833"/>
                    <a:pt x="1" y="106552"/>
                    <a:pt x="6216" y="126086"/>
                  </a:cubicBezTo>
                  <a:cubicBezTo>
                    <a:pt x="12432" y="145324"/>
                    <a:pt x="24863" y="162195"/>
                    <a:pt x="41141" y="174034"/>
                  </a:cubicBezTo>
                  <a:cubicBezTo>
                    <a:pt x="57716" y="185873"/>
                    <a:pt x="77250" y="192384"/>
                    <a:pt x="97673" y="192384"/>
                  </a:cubicBezTo>
                  <a:cubicBezTo>
                    <a:pt x="118095" y="192384"/>
                    <a:pt x="137925" y="185873"/>
                    <a:pt x="154204" y="174034"/>
                  </a:cubicBezTo>
                  <a:cubicBezTo>
                    <a:pt x="170778" y="162195"/>
                    <a:pt x="182913" y="145324"/>
                    <a:pt x="189129" y="126086"/>
                  </a:cubicBezTo>
                  <a:cubicBezTo>
                    <a:pt x="195344" y="106552"/>
                    <a:pt x="195344" y="85833"/>
                    <a:pt x="189129" y="66595"/>
                  </a:cubicBezTo>
                  <a:cubicBezTo>
                    <a:pt x="182913" y="47061"/>
                    <a:pt x="170778" y="30486"/>
                    <a:pt x="154204" y="18351"/>
                  </a:cubicBezTo>
                  <a:cubicBezTo>
                    <a:pt x="137925" y="6512"/>
                    <a:pt x="118095" y="1"/>
                    <a:pt x="97673" y="1"/>
                  </a:cubicBezTo>
                  <a:close/>
                </a:path>
              </a:pathLst>
            </a:custGeom>
            <a:solidFill>
              <a:srgbClr val="A6F75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14"/>
            <p:cNvSpPr/>
            <p:nvPr/>
          </p:nvSpPr>
          <p:spPr>
            <a:xfrm>
              <a:off x="2981250" y="1917775"/>
              <a:ext cx="1383725" cy="1598275"/>
            </a:xfrm>
            <a:custGeom>
              <a:rect b="b" l="l" r="r" t="t"/>
              <a:pathLst>
                <a:path extrusionOk="0" h="63931" w="55349">
                  <a:moveTo>
                    <a:pt x="43509" y="0"/>
                  </a:moveTo>
                  <a:lnTo>
                    <a:pt x="889" y="42917"/>
                  </a:lnTo>
                  <a:lnTo>
                    <a:pt x="1" y="46172"/>
                  </a:lnTo>
                  <a:lnTo>
                    <a:pt x="36406" y="46172"/>
                  </a:lnTo>
                  <a:lnTo>
                    <a:pt x="32854" y="63931"/>
                  </a:lnTo>
                  <a:lnTo>
                    <a:pt x="37590" y="63931"/>
                  </a:lnTo>
                  <a:lnTo>
                    <a:pt x="41141" y="46172"/>
                  </a:lnTo>
                  <a:lnTo>
                    <a:pt x="54460" y="46172"/>
                  </a:lnTo>
                  <a:lnTo>
                    <a:pt x="55348" y="42029"/>
                  </a:lnTo>
                  <a:lnTo>
                    <a:pt x="42029" y="42029"/>
                  </a:lnTo>
                  <a:lnTo>
                    <a:pt x="44989" y="26342"/>
                  </a:lnTo>
                  <a:lnTo>
                    <a:pt x="40549" y="26342"/>
                  </a:lnTo>
                  <a:lnTo>
                    <a:pt x="37294" y="42029"/>
                  </a:lnTo>
                  <a:lnTo>
                    <a:pt x="7104" y="42029"/>
                  </a:lnTo>
                  <a:lnTo>
                    <a:pt x="49133" y="0"/>
                  </a:lnTo>
                  <a:close/>
                </a:path>
              </a:pathLst>
            </a:custGeom>
            <a:solidFill>
              <a:srgbClr val="A6F75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2" name="Google Shape;82;p14"/>
          <p:cNvGrpSpPr/>
          <p:nvPr/>
        </p:nvGrpSpPr>
        <p:grpSpPr>
          <a:xfrm>
            <a:off x="8546140" y="2075811"/>
            <a:ext cx="352834" cy="315030"/>
            <a:chOff x="1249800" y="260300"/>
            <a:chExt cx="4846625" cy="4809625"/>
          </a:xfrm>
        </p:grpSpPr>
        <p:sp>
          <p:nvSpPr>
            <p:cNvPr id="83" name="Google Shape;83;p14"/>
            <p:cNvSpPr/>
            <p:nvPr/>
          </p:nvSpPr>
          <p:spPr>
            <a:xfrm>
              <a:off x="1249800" y="260300"/>
              <a:ext cx="4809625" cy="4809625"/>
            </a:xfrm>
            <a:custGeom>
              <a:rect b="b" l="l" r="r" t="t"/>
              <a:pathLst>
                <a:path extrusionOk="0" h="192385" w="192385">
                  <a:moveTo>
                    <a:pt x="96193" y="12136"/>
                  </a:moveTo>
                  <a:cubicBezTo>
                    <a:pt x="142661" y="12136"/>
                    <a:pt x="180249" y="49725"/>
                    <a:pt x="180249" y="96193"/>
                  </a:cubicBezTo>
                  <a:cubicBezTo>
                    <a:pt x="180249" y="142661"/>
                    <a:pt x="142661" y="180249"/>
                    <a:pt x="96193" y="180249"/>
                  </a:cubicBezTo>
                  <a:cubicBezTo>
                    <a:pt x="49725" y="180249"/>
                    <a:pt x="12136" y="142661"/>
                    <a:pt x="12136" y="96193"/>
                  </a:cubicBezTo>
                  <a:cubicBezTo>
                    <a:pt x="12136" y="49725"/>
                    <a:pt x="49725" y="12136"/>
                    <a:pt x="96193" y="12136"/>
                  </a:cubicBezTo>
                  <a:close/>
                  <a:moveTo>
                    <a:pt x="96193" y="1"/>
                  </a:moveTo>
                  <a:cubicBezTo>
                    <a:pt x="43213" y="1"/>
                    <a:pt x="1" y="42917"/>
                    <a:pt x="1" y="96193"/>
                  </a:cubicBezTo>
                  <a:cubicBezTo>
                    <a:pt x="1" y="149172"/>
                    <a:pt x="43213" y="192384"/>
                    <a:pt x="96193" y="192384"/>
                  </a:cubicBezTo>
                  <a:cubicBezTo>
                    <a:pt x="149468" y="192384"/>
                    <a:pt x="192384" y="149172"/>
                    <a:pt x="192384" y="96193"/>
                  </a:cubicBezTo>
                  <a:cubicBezTo>
                    <a:pt x="192384" y="42917"/>
                    <a:pt x="149468" y="1"/>
                    <a:pt x="96193" y="1"/>
                  </a:cubicBezTo>
                  <a:close/>
                </a:path>
              </a:pathLst>
            </a:custGeom>
            <a:solidFill>
              <a:srgbClr val="282C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14"/>
            <p:cNvSpPr/>
            <p:nvPr/>
          </p:nvSpPr>
          <p:spPr>
            <a:xfrm>
              <a:off x="3654600" y="260300"/>
              <a:ext cx="2441825" cy="4350850"/>
            </a:xfrm>
            <a:custGeom>
              <a:rect b="b" l="l" r="r" t="t"/>
              <a:pathLst>
                <a:path extrusionOk="0" h="174034" w="97673">
                  <a:moveTo>
                    <a:pt x="1" y="1"/>
                  </a:moveTo>
                  <a:lnTo>
                    <a:pt x="1" y="12136"/>
                  </a:lnTo>
                  <a:cubicBezTo>
                    <a:pt x="17759" y="12136"/>
                    <a:pt x="35222" y="17759"/>
                    <a:pt x="49428" y="28119"/>
                  </a:cubicBezTo>
                  <a:cubicBezTo>
                    <a:pt x="63931" y="38478"/>
                    <a:pt x="74586" y="53276"/>
                    <a:pt x="80210" y="70147"/>
                  </a:cubicBezTo>
                  <a:cubicBezTo>
                    <a:pt x="85537" y="87017"/>
                    <a:pt x="85537" y="105368"/>
                    <a:pt x="80210" y="122238"/>
                  </a:cubicBezTo>
                  <a:cubicBezTo>
                    <a:pt x="74586" y="139109"/>
                    <a:pt x="63931" y="153908"/>
                    <a:pt x="49428" y="164267"/>
                  </a:cubicBezTo>
                  <a:lnTo>
                    <a:pt x="56532" y="174034"/>
                  </a:lnTo>
                  <a:cubicBezTo>
                    <a:pt x="73106" y="161899"/>
                    <a:pt x="85241" y="145028"/>
                    <a:pt x="91457" y="125790"/>
                  </a:cubicBezTo>
                  <a:cubicBezTo>
                    <a:pt x="97672" y="106552"/>
                    <a:pt x="97672" y="85834"/>
                    <a:pt x="91457" y="66299"/>
                  </a:cubicBezTo>
                  <a:cubicBezTo>
                    <a:pt x="85241" y="47061"/>
                    <a:pt x="73106" y="30190"/>
                    <a:pt x="56532" y="18351"/>
                  </a:cubicBezTo>
                  <a:cubicBezTo>
                    <a:pt x="40253" y="6512"/>
                    <a:pt x="20423" y="1"/>
                    <a:pt x="1" y="1"/>
                  </a:cubicBezTo>
                  <a:close/>
                </a:path>
              </a:pathLst>
            </a:custGeom>
            <a:solidFill>
              <a:srgbClr val="A6F75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14"/>
            <p:cNvSpPr/>
            <p:nvPr/>
          </p:nvSpPr>
          <p:spPr>
            <a:xfrm>
              <a:off x="2981250" y="1888175"/>
              <a:ext cx="1265325" cy="1605675"/>
            </a:xfrm>
            <a:custGeom>
              <a:rect b="b" l="l" r="r" t="t"/>
              <a:pathLst>
                <a:path extrusionOk="0" h="64227" w="50613">
                  <a:moveTo>
                    <a:pt x="31670" y="0"/>
                  </a:moveTo>
                  <a:cubicBezTo>
                    <a:pt x="22791" y="0"/>
                    <a:pt x="14504" y="3256"/>
                    <a:pt x="9176" y="8880"/>
                  </a:cubicBezTo>
                  <a:lnTo>
                    <a:pt x="12432" y="11543"/>
                  </a:lnTo>
                  <a:cubicBezTo>
                    <a:pt x="16871" y="6808"/>
                    <a:pt x="23975" y="4144"/>
                    <a:pt x="31078" y="4144"/>
                  </a:cubicBezTo>
                  <a:cubicBezTo>
                    <a:pt x="41141" y="4144"/>
                    <a:pt x="45877" y="8584"/>
                    <a:pt x="45877" y="15391"/>
                  </a:cubicBezTo>
                  <a:cubicBezTo>
                    <a:pt x="45877" y="21311"/>
                    <a:pt x="43213" y="26342"/>
                    <a:pt x="33446" y="34333"/>
                  </a:cubicBezTo>
                  <a:lnTo>
                    <a:pt x="593" y="60971"/>
                  </a:lnTo>
                  <a:lnTo>
                    <a:pt x="1" y="64227"/>
                  </a:lnTo>
                  <a:lnTo>
                    <a:pt x="44101" y="64227"/>
                  </a:lnTo>
                  <a:lnTo>
                    <a:pt x="44693" y="60083"/>
                  </a:lnTo>
                  <a:lnTo>
                    <a:pt x="8288" y="60083"/>
                  </a:lnTo>
                  <a:lnTo>
                    <a:pt x="36702" y="36997"/>
                  </a:lnTo>
                  <a:cubicBezTo>
                    <a:pt x="47357" y="28414"/>
                    <a:pt x="50613" y="21902"/>
                    <a:pt x="50613" y="14799"/>
                  </a:cubicBezTo>
                  <a:cubicBezTo>
                    <a:pt x="50613" y="5920"/>
                    <a:pt x="44101" y="0"/>
                    <a:pt x="31670" y="0"/>
                  </a:cubicBezTo>
                  <a:close/>
                </a:path>
              </a:pathLst>
            </a:custGeom>
            <a:solidFill>
              <a:srgbClr val="A6F75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6" name="Google Shape;86;p14"/>
          <p:cNvGrpSpPr/>
          <p:nvPr/>
        </p:nvGrpSpPr>
        <p:grpSpPr>
          <a:xfrm>
            <a:off x="8532655" y="1640602"/>
            <a:ext cx="379479" cy="341483"/>
            <a:chOff x="1249800" y="260300"/>
            <a:chExt cx="4809625" cy="4809625"/>
          </a:xfrm>
        </p:grpSpPr>
        <p:sp>
          <p:nvSpPr>
            <p:cNvPr id="87" name="Google Shape;87;p14"/>
            <p:cNvSpPr/>
            <p:nvPr/>
          </p:nvSpPr>
          <p:spPr>
            <a:xfrm>
              <a:off x="1249800" y="260300"/>
              <a:ext cx="4809625" cy="4809625"/>
            </a:xfrm>
            <a:custGeom>
              <a:rect b="b" l="l" r="r" t="t"/>
              <a:pathLst>
                <a:path extrusionOk="0" h="192385" w="192385">
                  <a:moveTo>
                    <a:pt x="96193" y="12136"/>
                  </a:moveTo>
                  <a:cubicBezTo>
                    <a:pt x="142661" y="12136"/>
                    <a:pt x="180249" y="49725"/>
                    <a:pt x="180249" y="96193"/>
                  </a:cubicBezTo>
                  <a:cubicBezTo>
                    <a:pt x="180249" y="142661"/>
                    <a:pt x="142661" y="180249"/>
                    <a:pt x="96193" y="180249"/>
                  </a:cubicBezTo>
                  <a:cubicBezTo>
                    <a:pt x="49725" y="180249"/>
                    <a:pt x="12136" y="142661"/>
                    <a:pt x="12136" y="96193"/>
                  </a:cubicBezTo>
                  <a:cubicBezTo>
                    <a:pt x="12136" y="49725"/>
                    <a:pt x="49725" y="12136"/>
                    <a:pt x="96193" y="12136"/>
                  </a:cubicBezTo>
                  <a:close/>
                  <a:moveTo>
                    <a:pt x="96193" y="1"/>
                  </a:moveTo>
                  <a:cubicBezTo>
                    <a:pt x="43213" y="1"/>
                    <a:pt x="1" y="42917"/>
                    <a:pt x="1" y="96193"/>
                  </a:cubicBezTo>
                  <a:cubicBezTo>
                    <a:pt x="1" y="149172"/>
                    <a:pt x="43213" y="192384"/>
                    <a:pt x="96193" y="192384"/>
                  </a:cubicBezTo>
                  <a:cubicBezTo>
                    <a:pt x="149468" y="192384"/>
                    <a:pt x="192384" y="149172"/>
                    <a:pt x="192384" y="96193"/>
                  </a:cubicBezTo>
                  <a:cubicBezTo>
                    <a:pt x="192384" y="42917"/>
                    <a:pt x="149468" y="1"/>
                    <a:pt x="96193" y="1"/>
                  </a:cubicBezTo>
                  <a:close/>
                </a:path>
              </a:pathLst>
            </a:custGeom>
            <a:solidFill>
              <a:srgbClr val="282C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14"/>
            <p:cNvSpPr/>
            <p:nvPr/>
          </p:nvSpPr>
          <p:spPr>
            <a:xfrm>
              <a:off x="3654600" y="260300"/>
              <a:ext cx="2286425" cy="1753675"/>
            </a:xfrm>
            <a:custGeom>
              <a:rect b="b" l="l" r="r" t="t"/>
              <a:pathLst>
                <a:path extrusionOk="0" h="70147" w="91457">
                  <a:moveTo>
                    <a:pt x="1" y="1"/>
                  </a:moveTo>
                  <a:lnTo>
                    <a:pt x="1" y="12136"/>
                  </a:lnTo>
                  <a:cubicBezTo>
                    <a:pt x="17759" y="12136"/>
                    <a:pt x="35222" y="17759"/>
                    <a:pt x="49428" y="28119"/>
                  </a:cubicBezTo>
                  <a:cubicBezTo>
                    <a:pt x="63931" y="38478"/>
                    <a:pt x="74586" y="53276"/>
                    <a:pt x="80210" y="70147"/>
                  </a:cubicBezTo>
                  <a:lnTo>
                    <a:pt x="91457" y="66595"/>
                  </a:lnTo>
                  <a:cubicBezTo>
                    <a:pt x="85241" y="47061"/>
                    <a:pt x="73106" y="30190"/>
                    <a:pt x="56532" y="18351"/>
                  </a:cubicBezTo>
                  <a:cubicBezTo>
                    <a:pt x="40253" y="6512"/>
                    <a:pt x="20423" y="1"/>
                    <a:pt x="1" y="1"/>
                  </a:cubicBezTo>
                  <a:close/>
                </a:path>
              </a:pathLst>
            </a:custGeom>
            <a:solidFill>
              <a:srgbClr val="A6F75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14"/>
            <p:cNvSpPr/>
            <p:nvPr/>
          </p:nvSpPr>
          <p:spPr>
            <a:xfrm>
              <a:off x="3395625" y="1888175"/>
              <a:ext cx="525375" cy="1598275"/>
            </a:xfrm>
            <a:custGeom>
              <a:rect b="b" l="l" r="r" t="t"/>
              <a:pathLst>
                <a:path extrusionOk="0" h="63931" w="21015">
                  <a:moveTo>
                    <a:pt x="888" y="0"/>
                  </a:moveTo>
                  <a:lnTo>
                    <a:pt x="0" y="4144"/>
                  </a:lnTo>
                  <a:lnTo>
                    <a:pt x="15391" y="4144"/>
                  </a:lnTo>
                  <a:lnTo>
                    <a:pt x="3552" y="63931"/>
                  </a:lnTo>
                  <a:lnTo>
                    <a:pt x="8288" y="63931"/>
                  </a:lnTo>
                  <a:lnTo>
                    <a:pt x="21015" y="0"/>
                  </a:lnTo>
                  <a:close/>
                </a:path>
              </a:pathLst>
            </a:custGeom>
            <a:solidFill>
              <a:srgbClr val="A6F75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0" name="Google Shape;90;p14"/>
          <p:cNvGrpSpPr/>
          <p:nvPr/>
        </p:nvGrpSpPr>
        <p:grpSpPr>
          <a:xfrm>
            <a:off x="8532655" y="3415432"/>
            <a:ext cx="379479" cy="341483"/>
            <a:chOff x="1249800" y="297300"/>
            <a:chExt cx="4809625" cy="4809625"/>
          </a:xfrm>
        </p:grpSpPr>
        <p:sp>
          <p:nvSpPr>
            <p:cNvPr id="91" name="Google Shape;91;p14"/>
            <p:cNvSpPr/>
            <p:nvPr/>
          </p:nvSpPr>
          <p:spPr>
            <a:xfrm>
              <a:off x="1249800" y="297300"/>
              <a:ext cx="4809625" cy="4809625"/>
            </a:xfrm>
            <a:custGeom>
              <a:rect b="b" l="l" r="r" t="t"/>
              <a:pathLst>
                <a:path extrusionOk="0" h="192385" w="192385">
                  <a:moveTo>
                    <a:pt x="96193" y="12136"/>
                  </a:moveTo>
                  <a:cubicBezTo>
                    <a:pt x="142661" y="12136"/>
                    <a:pt x="180249" y="49725"/>
                    <a:pt x="180249" y="96193"/>
                  </a:cubicBezTo>
                  <a:cubicBezTo>
                    <a:pt x="180249" y="142957"/>
                    <a:pt x="142661" y="180545"/>
                    <a:pt x="96193" y="180545"/>
                  </a:cubicBezTo>
                  <a:cubicBezTo>
                    <a:pt x="49725" y="180545"/>
                    <a:pt x="12136" y="142957"/>
                    <a:pt x="12136" y="96193"/>
                  </a:cubicBezTo>
                  <a:cubicBezTo>
                    <a:pt x="12136" y="49725"/>
                    <a:pt x="49725" y="12136"/>
                    <a:pt x="96193" y="12136"/>
                  </a:cubicBezTo>
                  <a:close/>
                  <a:moveTo>
                    <a:pt x="96193" y="1"/>
                  </a:moveTo>
                  <a:cubicBezTo>
                    <a:pt x="43213" y="1"/>
                    <a:pt x="1" y="43213"/>
                    <a:pt x="1" y="96193"/>
                  </a:cubicBezTo>
                  <a:cubicBezTo>
                    <a:pt x="1" y="149468"/>
                    <a:pt x="43213" y="192384"/>
                    <a:pt x="96193" y="192384"/>
                  </a:cubicBezTo>
                  <a:cubicBezTo>
                    <a:pt x="149468" y="192384"/>
                    <a:pt x="192384" y="149468"/>
                    <a:pt x="192384" y="96193"/>
                  </a:cubicBezTo>
                  <a:cubicBezTo>
                    <a:pt x="192384" y="43213"/>
                    <a:pt x="149468" y="1"/>
                    <a:pt x="96193" y="1"/>
                  </a:cubicBezTo>
                  <a:close/>
                </a:path>
              </a:pathLst>
            </a:custGeom>
            <a:solidFill>
              <a:srgbClr val="282C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14"/>
            <p:cNvSpPr/>
            <p:nvPr/>
          </p:nvSpPr>
          <p:spPr>
            <a:xfrm>
              <a:off x="1249800" y="297300"/>
              <a:ext cx="4809625" cy="4809625"/>
            </a:xfrm>
            <a:custGeom>
              <a:rect b="b" l="l" r="r" t="t"/>
              <a:pathLst>
                <a:path extrusionOk="0" h="192385" w="192385">
                  <a:moveTo>
                    <a:pt x="96193" y="12136"/>
                  </a:moveTo>
                  <a:cubicBezTo>
                    <a:pt x="142661" y="12136"/>
                    <a:pt x="180249" y="49725"/>
                    <a:pt x="180249" y="96193"/>
                  </a:cubicBezTo>
                  <a:cubicBezTo>
                    <a:pt x="180249" y="142957"/>
                    <a:pt x="142661" y="180545"/>
                    <a:pt x="96193" y="180545"/>
                  </a:cubicBezTo>
                  <a:cubicBezTo>
                    <a:pt x="49725" y="180545"/>
                    <a:pt x="12136" y="142957"/>
                    <a:pt x="12136" y="96193"/>
                  </a:cubicBezTo>
                  <a:cubicBezTo>
                    <a:pt x="12136" y="49725"/>
                    <a:pt x="49725" y="12136"/>
                    <a:pt x="96193" y="12136"/>
                  </a:cubicBezTo>
                  <a:close/>
                  <a:moveTo>
                    <a:pt x="96193" y="1"/>
                  </a:moveTo>
                  <a:cubicBezTo>
                    <a:pt x="43213" y="1"/>
                    <a:pt x="1" y="43213"/>
                    <a:pt x="1" y="96193"/>
                  </a:cubicBezTo>
                  <a:cubicBezTo>
                    <a:pt x="1" y="149468"/>
                    <a:pt x="43213" y="192384"/>
                    <a:pt x="96193" y="192384"/>
                  </a:cubicBezTo>
                  <a:cubicBezTo>
                    <a:pt x="149468" y="192384"/>
                    <a:pt x="192384" y="149468"/>
                    <a:pt x="192384" y="96193"/>
                  </a:cubicBezTo>
                  <a:cubicBezTo>
                    <a:pt x="192384" y="43213"/>
                    <a:pt x="149468" y="1"/>
                    <a:pt x="96193" y="1"/>
                  </a:cubicBezTo>
                  <a:close/>
                </a:path>
              </a:pathLst>
            </a:custGeom>
            <a:solidFill>
              <a:srgbClr val="A6F75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14"/>
            <p:cNvSpPr/>
            <p:nvPr/>
          </p:nvSpPr>
          <p:spPr>
            <a:xfrm>
              <a:off x="2996050" y="1925175"/>
              <a:ext cx="1309725" cy="1613075"/>
            </a:xfrm>
            <a:custGeom>
              <a:rect b="b" l="l" r="r" t="t"/>
              <a:pathLst>
                <a:path extrusionOk="0" h="64523" w="52389">
                  <a:moveTo>
                    <a:pt x="18351" y="0"/>
                  </a:moveTo>
                  <a:lnTo>
                    <a:pt x="8880" y="31078"/>
                  </a:lnTo>
                  <a:lnTo>
                    <a:pt x="23087" y="31078"/>
                  </a:lnTo>
                  <a:cubicBezTo>
                    <a:pt x="36998" y="31078"/>
                    <a:pt x="42325" y="35813"/>
                    <a:pt x="42325" y="43804"/>
                  </a:cubicBezTo>
                  <a:cubicBezTo>
                    <a:pt x="42325" y="54164"/>
                    <a:pt x="34630" y="60083"/>
                    <a:pt x="21903" y="60083"/>
                  </a:cubicBezTo>
                  <a:cubicBezTo>
                    <a:pt x="12728" y="60083"/>
                    <a:pt x="5920" y="56827"/>
                    <a:pt x="2961" y="52388"/>
                  </a:cubicBezTo>
                  <a:lnTo>
                    <a:pt x="1" y="55643"/>
                  </a:lnTo>
                  <a:cubicBezTo>
                    <a:pt x="3552" y="60971"/>
                    <a:pt x="11544" y="64523"/>
                    <a:pt x="21607" y="64523"/>
                  </a:cubicBezTo>
                  <a:cubicBezTo>
                    <a:pt x="36998" y="64523"/>
                    <a:pt x="47061" y="56235"/>
                    <a:pt x="47061" y="43508"/>
                  </a:cubicBezTo>
                  <a:cubicBezTo>
                    <a:pt x="47061" y="33149"/>
                    <a:pt x="39957" y="26934"/>
                    <a:pt x="23975" y="26934"/>
                  </a:cubicBezTo>
                  <a:lnTo>
                    <a:pt x="14800" y="26934"/>
                  </a:lnTo>
                  <a:lnTo>
                    <a:pt x="21903" y="4144"/>
                  </a:lnTo>
                  <a:lnTo>
                    <a:pt x="51500" y="4144"/>
                  </a:lnTo>
                  <a:lnTo>
                    <a:pt x="52388" y="0"/>
                  </a:lnTo>
                  <a:close/>
                </a:path>
              </a:pathLst>
            </a:custGeom>
            <a:solidFill>
              <a:srgbClr val="A6F75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94" name="Google Shape;94;p14"/>
          <p:cNvPicPr preferRelativeResize="0"/>
          <p:nvPr/>
        </p:nvPicPr>
        <p:blipFill>
          <a:blip r:embed="rId10">
            <a:alphaModFix/>
          </a:blip>
          <a:stretch>
            <a:fillRect/>
          </a:stretch>
        </p:blipFill>
        <p:spPr>
          <a:xfrm>
            <a:off x="3804745" y="940046"/>
            <a:ext cx="1775803" cy="495945"/>
          </a:xfrm>
          <a:prstGeom prst="rect">
            <a:avLst/>
          </a:prstGeom>
          <a:noFill/>
          <a:ln>
            <a:noFill/>
          </a:ln>
        </p:spPr>
      </p:pic>
      <p:sp>
        <p:nvSpPr>
          <p:cNvPr id="95" name="Google Shape;95;p14"/>
          <p:cNvSpPr txBox="1"/>
          <p:nvPr/>
        </p:nvSpPr>
        <p:spPr>
          <a:xfrm>
            <a:off x="4179500" y="987933"/>
            <a:ext cx="10263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pt-BR">
                <a:solidFill>
                  <a:schemeClr val="lt1"/>
                </a:solidFill>
                <a:latin typeface="Fira Code Light"/>
                <a:ea typeface="Fira Code Light"/>
                <a:cs typeface="Fira Code Light"/>
                <a:sym typeface="Fira Code Light"/>
              </a:rPr>
              <a:t>palavra</a:t>
            </a:r>
            <a:endParaRPr>
              <a:solidFill>
                <a:schemeClr val="lt1"/>
              </a:solidFill>
              <a:latin typeface="Fira Code Light"/>
              <a:ea typeface="Fira Code Light"/>
              <a:cs typeface="Fira Code Light"/>
              <a:sym typeface="Fira Code Light"/>
            </a:endParaRPr>
          </a:p>
        </p:txBody>
      </p:sp>
      <p:sp>
        <p:nvSpPr>
          <p:cNvPr id="96" name="Google Shape;96;p14"/>
          <p:cNvSpPr/>
          <p:nvPr/>
        </p:nvSpPr>
        <p:spPr>
          <a:xfrm>
            <a:off x="2020269" y="2696806"/>
            <a:ext cx="127544" cy="99498"/>
          </a:xfrm>
          <a:custGeom>
            <a:rect b="b" l="l" r="r" t="t"/>
            <a:pathLst>
              <a:path extrusionOk="0" h="78345" w="90457">
                <a:moveTo>
                  <a:pt x="45040" y="0"/>
                </a:moveTo>
                <a:lnTo>
                  <a:pt x="1" y="78345"/>
                </a:lnTo>
                <a:lnTo>
                  <a:pt x="90457" y="78345"/>
                </a:lnTo>
                <a:lnTo>
                  <a:pt x="45040" y="0"/>
                </a:lnTo>
                <a:close/>
              </a:path>
            </a:pathLst>
          </a:custGeom>
          <a:solidFill>
            <a:srgbClr val="A6F75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14"/>
          <p:cNvSpPr/>
          <p:nvPr/>
        </p:nvSpPr>
        <p:spPr>
          <a:xfrm>
            <a:off x="1564073" y="2703959"/>
            <a:ext cx="128223" cy="99891"/>
          </a:xfrm>
          <a:custGeom>
            <a:rect b="b" l="l" r="r" t="t"/>
            <a:pathLst>
              <a:path extrusionOk="0" h="78346" w="90457">
                <a:moveTo>
                  <a:pt x="1" y="1"/>
                </a:moveTo>
                <a:lnTo>
                  <a:pt x="45040" y="78346"/>
                </a:lnTo>
                <a:lnTo>
                  <a:pt x="90457" y="1"/>
                </a:lnTo>
                <a:close/>
              </a:path>
            </a:pathLst>
          </a:custGeom>
          <a:solidFill>
            <a:srgbClr val="FF23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14"/>
          <p:cNvSpPr txBox="1"/>
          <p:nvPr/>
        </p:nvSpPr>
        <p:spPr>
          <a:xfrm>
            <a:off x="1663313" y="2608526"/>
            <a:ext cx="3222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900">
                <a:solidFill>
                  <a:schemeClr val="lt1"/>
                </a:solidFill>
                <a:latin typeface="Fira Code Light"/>
                <a:ea typeface="Fira Code Light"/>
                <a:cs typeface="Fira Code Light"/>
                <a:sym typeface="Fira Code Light"/>
              </a:rPr>
              <a:t>47</a:t>
            </a:r>
            <a:endParaRPr sz="900">
              <a:solidFill>
                <a:schemeClr val="lt1"/>
              </a:solidFill>
              <a:latin typeface="Fira Code Light"/>
              <a:ea typeface="Fira Code Light"/>
              <a:cs typeface="Fira Code Light"/>
              <a:sym typeface="Fira Code Light"/>
            </a:endParaRPr>
          </a:p>
        </p:txBody>
      </p:sp>
      <p:sp>
        <p:nvSpPr>
          <p:cNvPr id="99" name="Google Shape;99;p14"/>
          <p:cNvSpPr txBox="1"/>
          <p:nvPr/>
        </p:nvSpPr>
        <p:spPr>
          <a:xfrm>
            <a:off x="2118575" y="2601113"/>
            <a:ext cx="3222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900">
                <a:solidFill>
                  <a:schemeClr val="lt1"/>
                </a:solidFill>
                <a:latin typeface="Fira Code Light"/>
                <a:ea typeface="Fira Code Light"/>
                <a:cs typeface="Fira Code Light"/>
                <a:sym typeface="Fira Code Light"/>
              </a:rPr>
              <a:t>47</a:t>
            </a:r>
            <a:endParaRPr sz="900">
              <a:solidFill>
                <a:schemeClr val="lt1"/>
              </a:solidFill>
              <a:latin typeface="Fira Code Light"/>
              <a:ea typeface="Fira Code Light"/>
              <a:cs typeface="Fira Code Light"/>
              <a:sym typeface="Fira Code Light"/>
            </a:endParaRPr>
          </a:p>
        </p:txBody>
      </p:sp>
      <p:sp>
        <p:nvSpPr>
          <p:cNvPr id="100" name="Google Shape;100;p14"/>
          <p:cNvSpPr txBox="1"/>
          <p:nvPr/>
        </p:nvSpPr>
        <p:spPr>
          <a:xfrm>
            <a:off x="1778650" y="3006742"/>
            <a:ext cx="4776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1200">
                <a:solidFill>
                  <a:srgbClr val="A6F750"/>
                </a:solidFill>
                <a:latin typeface="Fira Code Light"/>
                <a:ea typeface="Fira Code Light"/>
                <a:cs typeface="Fira Code Light"/>
                <a:sym typeface="Fira Code Light"/>
              </a:rPr>
              <a:t>40%</a:t>
            </a:r>
            <a:endParaRPr sz="1200">
              <a:solidFill>
                <a:srgbClr val="A6F750"/>
              </a:solidFill>
              <a:latin typeface="Fira Code Light"/>
              <a:ea typeface="Fira Code Light"/>
              <a:cs typeface="Fira Code Light"/>
              <a:sym typeface="Fira Code Light"/>
            </a:endParaRPr>
          </a:p>
        </p:txBody>
      </p:sp>
      <p:cxnSp>
        <p:nvCxnSpPr>
          <p:cNvPr id="101" name="Google Shape;101;p14"/>
          <p:cNvCxnSpPr/>
          <p:nvPr/>
        </p:nvCxnSpPr>
        <p:spPr>
          <a:xfrm>
            <a:off x="1836050" y="3760650"/>
            <a:ext cx="0" cy="803100"/>
          </a:xfrm>
          <a:prstGeom prst="straightConnector1">
            <a:avLst/>
          </a:prstGeom>
          <a:noFill/>
          <a:ln cap="flat" cmpd="sng" w="9525">
            <a:solidFill>
              <a:srgbClr val="6A6A6D"/>
            </a:solidFill>
            <a:prstDash val="solid"/>
            <a:round/>
            <a:headEnd len="med" w="med" type="none"/>
            <a:tailEnd len="med" w="med" type="none"/>
          </a:ln>
        </p:spPr>
      </p:cxnSp>
      <p:sp>
        <p:nvSpPr>
          <p:cNvPr id="102" name="Google Shape;102;p14"/>
          <p:cNvSpPr txBox="1"/>
          <p:nvPr/>
        </p:nvSpPr>
        <p:spPr>
          <a:xfrm>
            <a:off x="1028125" y="3482685"/>
            <a:ext cx="18300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900">
                <a:latin typeface="Fira Code Light"/>
                <a:ea typeface="Fira Code Light"/>
                <a:cs typeface="Fira Code Light"/>
                <a:sym typeface="Fira Code Light"/>
              </a:rPr>
              <a:t>Lorem Ipsum dolor sit</a:t>
            </a:r>
            <a:endParaRPr sz="900">
              <a:latin typeface="Fira Code Light"/>
              <a:ea typeface="Fira Code Light"/>
              <a:cs typeface="Fira Code Light"/>
              <a:sym typeface="Fira Code Light"/>
            </a:endParaRPr>
          </a:p>
        </p:txBody>
      </p:sp>
      <p:sp>
        <p:nvSpPr>
          <p:cNvPr id="103" name="Google Shape;103;p14"/>
          <p:cNvSpPr txBox="1"/>
          <p:nvPr/>
        </p:nvSpPr>
        <p:spPr>
          <a:xfrm>
            <a:off x="509725" y="3710018"/>
            <a:ext cx="10545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800">
                <a:solidFill>
                  <a:schemeClr val="lt1"/>
                </a:solidFill>
                <a:latin typeface="Fira Code Light"/>
                <a:ea typeface="Fira Code Light"/>
                <a:cs typeface="Fira Code Light"/>
                <a:sym typeface="Fira Code Light"/>
              </a:rPr>
              <a:t>Lorem Ipsum </a:t>
            </a:r>
            <a:endParaRPr sz="800">
              <a:solidFill>
                <a:schemeClr val="lt1"/>
              </a:solidFill>
              <a:latin typeface="Fira Code Light"/>
              <a:ea typeface="Fira Code Light"/>
              <a:cs typeface="Fira Code Light"/>
              <a:sym typeface="Fira Code Light"/>
            </a:endParaRPr>
          </a:p>
        </p:txBody>
      </p:sp>
      <p:sp>
        <p:nvSpPr>
          <p:cNvPr id="104" name="Google Shape;104;p14"/>
          <p:cNvSpPr txBox="1"/>
          <p:nvPr/>
        </p:nvSpPr>
        <p:spPr>
          <a:xfrm>
            <a:off x="1871375" y="3702840"/>
            <a:ext cx="10545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800">
                <a:solidFill>
                  <a:schemeClr val="lt1"/>
                </a:solidFill>
                <a:latin typeface="Fira Code Light"/>
                <a:ea typeface="Fira Code Light"/>
                <a:cs typeface="Fira Code Light"/>
                <a:sym typeface="Fira Code Light"/>
              </a:rPr>
              <a:t>Lorem Ipsum </a:t>
            </a:r>
            <a:endParaRPr sz="800">
              <a:solidFill>
                <a:schemeClr val="lt1"/>
              </a:solidFill>
              <a:latin typeface="Fira Code Light"/>
              <a:ea typeface="Fira Code Light"/>
              <a:cs typeface="Fira Code Light"/>
              <a:sym typeface="Fira Code Light"/>
            </a:endParaRPr>
          </a:p>
        </p:txBody>
      </p:sp>
      <p:sp>
        <p:nvSpPr>
          <p:cNvPr id="105" name="Google Shape;105;p14"/>
          <p:cNvSpPr txBox="1"/>
          <p:nvPr/>
        </p:nvSpPr>
        <p:spPr>
          <a:xfrm>
            <a:off x="1871375" y="3965648"/>
            <a:ext cx="12783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pt-BR" sz="600">
                <a:solidFill>
                  <a:schemeClr val="lt1"/>
                </a:solidFill>
                <a:latin typeface="Fira Code Light"/>
                <a:ea typeface="Fira Code Light"/>
                <a:cs typeface="Fira Code Light"/>
                <a:sym typeface="Fira Code Light"/>
              </a:rPr>
              <a:t>Lorem ipsum dolor sit amet, consectetur adipiscing</a:t>
            </a:r>
            <a:endParaRPr sz="600">
              <a:solidFill>
                <a:schemeClr val="lt1"/>
              </a:solidFill>
              <a:latin typeface="Fira Code Light"/>
              <a:ea typeface="Fira Code Light"/>
              <a:cs typeface="Fira Code Light"/>
              <a:sym typeface="Fira Code Light"/>
            </a:endParaRPr>
          </a:p>
        </p:txBody>
      </p:sp>
      <p:sp>
        <p:nvSpPr>
          <p:cNvPr id="106" name="Google Shape;106;p14"/>
          <p:cNvSpPr txBox="1"/>
          <p:nvPr/>
        </p:nvSpPr>
        <p:spPr>
          <a:xfrm>
            <a:off x="558550" y="3965648"/>
            <a:ext cx="12783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600">
                <a:solidFill>
                  <a:schemeClr val="lt1"/>
                </a:solidFill>
                <a:latin typeface="Fira Code Light"/>
                <a:ea typeface="Fira Code Light"/>
                <a:cs typeface="Fira Code Light"/>
                <a:sym typeface="Fira Code Light"/>
              </a:rPr>
              <a:t>Lorem ipsum dolor sit amet, consectetur adipiscing</a:t>
            </a:r>
            <a:endParaRPr sz="600">
              <a:solidFill>
                <a:schemeClr val="lt1"/>
              </a:solidFill>
              <a:latin typeface="Fira Code Light"/>
              <a:ea typeface="Fira Code Light"/>
              <a:cs typeface="Fira Code Light"/>
              <a:sym typeface="Fira Code Light"/>
            </a:endParaRPr>
          </a:p>
        </p:txBody>
      </p:sp>
      <p:sp>
        <p:nvSpPr>
          <p:cNvPr id="107" name="Google Shape;107;p14"/>
          <p:cNvSpPr txBox="1"/>
          <p:nvPr/>
        </p:nvSpPr>
        <p:spPr>
          <a:xfrm>
            <a:off x="240550" y="124357"/>
            <a:ext cx="20553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1600">
                <a:solidFill>
                  <a:srgbClr val="A6F750"/>
                </a:solidFill>
                <a:latin typeface="Ubuntu Light"/>
                <a:ea typeface="Ubuntu Light"/>
                <a:cs typeface="Ubuntu Light"/>
                <a:sym typeface="Ubuntu Light"/>
              </a:rPr>
              <a:t>Assets</a:t>
            </a:r>
            <a:endParaRPr sz="1600">
              <a:solidFill>
                <a:srgbClr val="A6F750"/>
              </a:solidFill>
              <a:latin typeface="Ubuntu Light"/>
              <a:ea typeface="Ubuntu Light"/>
              <a:cs typeface="Ubuntu Light"/>
              <a:sym typeface="Ubuntu Light"/>
            </a:endParaRPr>
          </a:p>
        </p:txBody>
      </p:sp>
      <p:sp>
        <p:nvSpPr>
          <p:cNvPr id="108" name="Google Shape;108;p14"/>
          <p:cNvSpPr txBox="1"/>
          <p:nvPr/>
        </p:nvSpPr>
        <p:spPr>
          <a:xfrm>
            <a:off x="240550" y="396113"/>
            <a:ext cx="27309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900">
                <a:solidFill>
                  <a:srgbClr val="FFFFFF"/>
                </a:solidFill>
                <a:latin typeface="Fira Code Light"/>
                <a:ea typeface="Fira Code Light"/>
                <a:cs typeface="Fira Code Light"/>
                <a:sym typeface="Fira Code Light"/>
              </a:rPr>
              <a:t>Para você usar e aplicar :)</a:t>
            </a:r>
            <a:endParaRPr sz="900">
              <a:solidFill>
                <a:srgbClr val="FFFFFF"/>
              </a:solidFill>
              <a:latin typeface="Fira Code Light"/>
              <a:ea typeface="Fira Code Light"/>
              <a:cs typeface="Fira Code Light"/>
              <a:sym typeface="Fira Code Light"/>
            </a:endParaRPr>
          </a:p>
        </p:txBody>
      </p:sp>
      <p:grpSp>
        <p:nvGrpSpPr>
          <p:cNvPr id="109" name="Google Shape;109;p14"/>
          <p:cNvGrpSpPr/>
          <p:nvPr/>
        </p:nvGrpSpPr>
        <p:grpSpPr>
          <a:xfrm>
            <a:off x="527245" y="1725335"/>
            <a:ext cx="1583043" cy="743336"/>
            <a:chOff x="527225" y="1006888"/>
            <a:chExt cx="6536100" cy="3409800"/>
          </a:xfrm>
        </p:grpSpPr>
        <p:sp>
          <p:nvSpPr>
            <p:cNvPr id="110" name="Google Shape;110;p14"/>
            <p:cNvSpPr/>
            <p:nvPr/>
          </p:nvSpPr>
          <p:spPr>
            <a:xfrm>
              <a:off x="527225" y="1006888"/>
              <a:ext cx="6536100" cy="3409800"/>
            </a:xfrm>
            <a:prstGeom prst="roundRect">
              <a:avLst>
                <a:gd fmla="val 8123" name="adj"/>
              </a:avLst>
            </a:prstGeom>
            <a:solidFill>
              <a:srgbClr val="282C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4"/>
            <p:cNvSpPr/>
            <p:nvPr/>
          </p:nvSpPr>
          <p:spPr>
            <a:xfrm>
              <a:off x="527225" y="1724100"/>
              <a:ext cx="88800" cy="1972800"/>
            </a:xfrm>
            <a:prstGeom prst="rect">
              <a:avLst/>
            </a:prstGeom>
            <a:solidFill>
              <a:srgbClr val="A6F75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A6F750"/>
                </a:solidFill>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grpSp>
        <p:nvGrpSpPr>
          <p:cNvPr id="116" name="Google Shape;116;p15"/>
          <p:cNvGrpSpPr/>
          <p:nvPr/>
        </p:nvGrpSpPr>
        <p:grpSpPr>
          <a:xfrm>
            <a:off x="330372" y="1038647"/>
            <a:ext cx="2888623" cy="1969123"/>
            <a:chOff x="352825" y="238125"/>
            <a:chExt cx="6905625" cy="5230075"/>
          </a:xfrm>
        </p:grpSpPr>
        <p:sp>
          <p:nvSpPr>
            <p:cNvPr id="117" name="Google Shape;117;p15"/>
            <p:cNvSpPr/>
            <p:nvPr/>
          </p:nvSpPr>
          <p:spPr>
            <a:xfrm>
              <a:off x="3190750" y="238125"/>
              <a:ext cx="1229775" cy="2536750"/>
            </a:xfrm>
            <a:custGeom>
              <a:rect b="b" l="l" r="r" t="t"/>
              <a:pathLst>
                <a:path extrusionOk="0" h="101470" w="49191">
                  <a:moveTo>
                    <a:pt x="0" y="0"/>
                  </a:moveTo>
                  <a:lnTo>
                    <a:pt x="0" y="101470"/>
                  </a:lnTo>
                  <a:lnTo>
                    <a:pt x="49191" y="101470"/>
                  </a:lnTo>
                  <a:lnTo>
                    <a:pt x="49191" y="0"/>
                  </a:lnTo>
                  <a:close/>
                </a:path>
              </a:pathLst>
            </a:custGeom>
            <a:solidFill>
              <a:srgbClr val="A6F75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5"/>
            <p:cNvSpPr/>
            <p:nvPr/>
          </p:nvSpPr>
          <p:spPr>
            <a:xfrm>
              <a:off x="4610800" y="238125"/>
              <a:ext cx="1228700" cy="2536750"/>
            </a:xfrm>
            <a:custGeom>
              <a:rect b="b" l="l" r="r" t="t"/>
              <a:pathLst>
                <a:path extrusionOk="0" h="101470" w="49148">
                  <a:moveTo>
                    <a:pt x="0" y="0"/>
                  </a:moveTo>
                  <a:lnTo>
                    <a:pt x="0" y="101470"/>
                  </a:lnTo>
                  <a:lnTo>
                    <a:pt x="49147" y="101470"/>
                  </a:lnTo>
                  <a:lnTo>
                    <a:pt x="49147" y="0"/>
                  </a:lnTo>
                  <a:close/>
                </a:path>
              </a:pathLst>
            </a:custGeom>
            <a:solidFill>
              <a:srgbClr val="80AB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5"/>
            <p:cNvSpPr/>
            <p:nvPr/>
          </p:nvSpPr>
          <p:spPr>
            <a:xfrm>
              <a:off x="6029750" y="238125"/>
              <a:ext cx="1228700" cy="2536750"/>
            </a:xfrm>
            <a:custGeom>
              <a:rect b="b" l="l" r="r" t="t"/>
              <a:pathLst>
                <a:path extrusionOk="0" h="101470" w="49148">
                  <a:moveTo>
                    <a:pt x="1" y="0"/>
                  </a:moveTo>
                  <a:lnTo>
                    <a:pt x="1" y="101470"/>
                  </a:lnTo>
                  <a:lnTo>
                    <a:pt x="49148" y="101470"/>
                  </a:lnTo>
                  <a:lnTo>
                    <a:pt x="49148" y="0"/>
                  </a:lnTo>
                  <a:close/>
                </a:path>
              </a:pathLst>
            </a:custGeom>
            <a:solidFill>
              <a:srgbClr val="364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5"/>
            <p:cNvSpPr/>
            <p:nvPr/>
          </p:nvSpPr>
          <p:spPr>
            <a:xfrm>
              <a:off x="1771775" y="238125"/>
              <a:ext cx="1229800" cy="2536750"/>
            </a:xfrm>
            <a:custGeom>
              <a:rect b="b" l="l" r="r" t="t"/>
              <a:pathLst>
                <a:path extrusionOk="0" h="101470" w="49192">
                  <a:moveTo>
                    <a:pt x="1" y="0"/>
                  </a:moveTo>
                  <a:lnTo>
                    <a:pt x="1" y="101470"/>
                  </a:lnTo>
                  <a:lnTo>
                    <a:pt x="49191" y="101470"/>
                  </a:lnTo>
                  <a:lnTo>
                    <a:pt x="49191" y="0"/>
                  </a:lnTo>
                  <a:close/>
                </a:path>
              </a:pathLst>
            </a:custGeom>
            <a:solidFill>
              <a:srgbClr val="CCF8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5"/>
            <p:cNvSpPr/>
            <p:nvPr/>
          </p:nvSpPr>
          <p:spPr>
            <a:xfrm>
              <a:off x="352825" y="238125"/>
              <a:ext cx="1229800" cy="2536750"/>
            </a:xfrm>
            <a:custGeom>
              <a:rect b="b" l="l" r="r" t="t"/>
              <a:pathLst>
                <a:path extrusionOk="0" h="101470" w="49192">
                  <a:moveTo>
                    <a:pt x="0" y="0"/>
                  </a:moveTo>
                  <a:lnTo>
                    <a:pt x="0" y="101470"/>
                  </a:lnTo>
                  <a:lnTo>
                    <a:pt x="49191" y="101470"/>
                  </a:lnTo>
                  <a:lnTo>
                    <a:pt x="49191" y="0"/>
                  </a:lnTo>
                  <a:close/>
                </a:path>
              </a:pathLst>
            </a:custGeom>
            <a:solidFill>
              <a:srgbClr val="E9FBC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5"/>
            <p:cNvSpPr/>
            <p:nvPr/>
          </p:nvSpPr>
          <p:spPr>
            <a:xfrm>
              <a:off x="3190750" y="2931425"/>
              <a:ext cx="1229775" cy="2536775"/>
            </a:xfrm>
            <a:custGeom>
              <a:rect b="b" l="l" r="r" t="t"/>
              <a:pathLst>
                <a:path extrusionOk="0" h="101471" w="49191">
                  <a:moveTo>
                    <a:pt x="0" y="1"/>
                  </a:moveTo>
                  <a:lnTo>
                    <a:pt x="0" y="101470"/>
                  </a:lnTo>
                  <a:lnTo>
                    <a:pt x="49191" y="101470"/>
                  </a:lnTo>
                  <a:lnTo>
                    <a:pt x="49191" y="1"/>
                  </a:lnTo>
                  <a:close/>
                </a:path>
              </a:pathLst>
            </a:custGeom>
            <a:solidFill>
              <a:srgbClr val="2371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5"/>
            <p:cNvSpPr/>
            <p:nvPr/>
          </p:nvSpPr>
          <p:spPr>
            <a:xfrm>
              <a:off x="4610800" y="2931425"/>
              <a:ext cx="1228700" cy="2536775"/>
            </a:xfrm>
            <a:custGeom>
              <a:rect b="b" l="l" r="r" t="t"/>
              <a:pathLst>
                <a:path extrusionOk="0" h="101471" w="49148">
                  <a:moveTo>
                    <a:pt x="0" y="1"/>
                  </a:moveTo>
                  <a:lnTo>
                    <a:pt x="0" y="101470"/>
                  </a:lnTo>
                  <a:lnTo>
                    <a:pt x="49147" y="101470"/>
                  </a:lnTo>
                  <a:lnTo>
                    <a:pt x="49147" y="1"/>
                  </a:lnTo>
                  <a:close/>
                </a:path>
              </a:pathLst>
            </a:custGeom>
            <a:solidFill>
              <a:srgbClr val="314D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5"/>
            <p:cNvSpPr/>
            <p:nvPr/>
          </p:nvSpPr>
          <p:spPr>
            <a:xfrm>
              <a:off x="6029750" y="2931425"/>
              <a:ext cx="1228700" cy="2536775"/>
            </a:xfrm>
            <a:custGeom>
              <a:rect b="b" l="l" r="r" t="t"/>
              <a:pathLst>
                <a:path extrusionOk="0" h="101471" w="49148">
                  <a:moveTo>
                    <a:pt x="1" y="1"/>
                  </a:moveTo>
                  <a:lnTo>
                    <a:pt x="1" y="101470"/>
                  </a:lnTo>
                  <a:lnTo>
                    <a:pt x="49148" y="101470"/>
                  </a:lnTo>
                  <a:lnTo>
                    <a:pt x="49148" y="1"/>
                  </a:lnTo>
                  <a:close/>
                </a:path>
              </a:pathLst>
            </a:custGeom>
            <a:solidFill>
              <a:srgbClr val="1420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15"/>
            <p:cNvSpPr/>
            <p:nvPr/>
          </p:nvSpPr>
          <p:spPr>
            <a:xfrm>
              <a:off x="1771775" y="2931425"/>
              <a:ext cx="1229800" cy="2536775"/>
            </a:xfrm>
            <a:custGeom>
              <a:rect b="b" l="l" r="r" t="t"/>
              <a:pathLst>
                <a:path extrusionOk="0" h="101471" w="49192">
                  <a:moveTo>
                    <a:pt x="1" y="1"/>
                  </a:moveTo>
                  <a:lnTo>
                    <a:pt x="1" y="101470"/>
                  </a:lnTo>
                  <a:lnTo>
                    <a:pt x="49191" y="101470"/>
                  </a:lnTo>
                  <a:lnTo>
                    <a:pt x="49191" y="1"/>
                  </a:lnTo>
                  <a:close/>
                </a:path>
              </a:pathLst>
            </a:custGeom>
            <a:solidFill>
              <a:srgbClr val="7A99F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15"/>
            <p:cNvSpPr/>
            <p:nvPr/>
          </p:nvSpPr>
          <p:spPr>
            <a:xfrm>
              <a:off x="352825" y="2931425"/>
              <a:ext cx="1229800" cy="2536775"/>
            </a:xfrm>
            <a:custGeom>
              <a:rect b="b" l="l" r="r" t="t"/>
              <a:pathLst>
                <a:path extrusionOk="0" h="101471" w="49192">
                  <a:moveTo>
                    <a:pt x="0" y="1"/>
                  </a:moveTo>
                  <a:lnTo>
                    <a:pt x="0" y="101470"/>
                  </a:lnTo>
                  <a:lnTo>
                    <a:pt x="49191" y="101470"/>
                  </a:lnTo>
                  <a:lnTo>
                    <a:pt x="49191" y="1"/>
                  </a:lnTo>
                  <a:close/>
                </a:path>
              </a:pathLst>
            </a:custGeom>
            <a:solidFill>
              <a:srgbClr val="C4D2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15"/>
            <p:cNvSpPr/>
            <p:nvPr/>
          </p:nvSpPr>
          <p:spPr>
            <a:xfrm>
              <a:off x="2059925" y="2508450"/>
              <a:ext cx="77225" cy="109850"/>
            </a:xfrm>
            <a:custGeom>
              <a:rect b="b" l="l" r="r" t="t"/>
              <a:pathLst>
                <a:path extrusionOk="0" h="4394" w="3089">
                  <a:moveTo>
                    <a:pt x="2175" y="1479"/>
                  </a:moveTo>
                  <a:lnTo>
                    <a:pt x="1958" y="2915"/>
                  </a:lnTo>
                  <a:lnTo>
                    <a:pt x="914" y="2915"/>
                  </a:lnTo>
                  <a:lnTo>
                    <a:pt x="1131" y="1479"/>
                  </a:lnTo>
                  <a:close/>
                  <a:moveTo>
                    <a:pt x="957" y="1"/>
                  </a:moveTo>
                  <a:lnTo>
                    <a:pt x="827" y="1132"/>
                  </a:lnTo>
                  <a:lnTo>
                    <a:pt x="218" y="1132"/>
                  </a:lnTo>
                  <a:lnTo>
                    <a:pt x="218" y="1479"/>
                  </a:lnTo>
                  <a:lnTo>
                    <a:pt x="783" y="1479"/>
                  </a:lnTo>
                  <a:lnTo>
                    <a:pt x="566" y="2915"/>
                  </a:lnTo>
                  <a:lnTo>
                    <a:pt x="0" y="2915"/>
                  </a:lnTo>
                  <a:lnTo>
                    <a:pt x="0" y="3263"/>
                  </a:lnTo>
                  <a:lnTo>
                    <a:pt x="522" y="3263"/>
                  </a:lnTo>
                  <a:lnTo>
                    <a:pt x="392" y="4394"/>
                  </a:lnTo>
                  <a:lnTo>
                    <a:pt x="740" y="4394"/>
                  </a:lnTo>
                  <a:lnTo>
                    <a:pt x="870" y="3263"/>
                  </a:lnTo>
                  <a:lnTo>
                    <a:pt x="1914" y="3263"/>
                  </a:lnTo>
                  <a:lnTo>
                    <a:pt x="1740" y="4394"/>
                  </a:lnTo>
                  <a:lnTo>
                    <a:pt x="2088" y="4394"/>
                  </a:lnTo>
                  <a:lnTo>
                    <a:pt x="2262" y="3263"/>
                  </a:lnTo>
                  <a:lnTo>
                    <a:pt x="2871" y="3263"/>
                  </a:lnTo>
                  <a:lnTo>
                    <a:pt x="2871" y="2915"/>
                  </a:lnTo>
                  <a:lnTo>
                    <a:pt x="2306" y="2915"/>
                  </a:lnTo>
                  <a:lnTo>
                    <a:pt x="2480" y="1479"/>
                  </a:lnTo>
                  <a:lnTo>
                    <a:pt x="3088" y="1479"/>
                  </a:lnTo>
                  <a:lnTo>
                    <a:pt x="3088" y="1132"/>
                  </a:lnTo>
                  <a:lnTo>
                    <a:pt x="2523" y="1132"/>
                  </a:lnTo>
                  <a:lnTo>
                    <a:pt x="2697" y="1"/>
                  </a:lnTo>
                  <a:lnTo>
                    <a:pt x="2349" y="1"/>
                  </a:lnTo>
                  <a:lnTo>
                    <a:pt x="2219" y="1132"/>
                  </a:lnTo>
                  <a:lnTo>
                    <a:pt x="1175" y="1132"/>
                  </a:lnTo>
                  <a:lnTo>
                    <a:pt x="1305" y="1"/>
                  </a:lnTo>
                  <a:close/>
                </a:path>
              </a:pathLst>
            </a:custGeom>
            <a:solidFill>
              <a:srgbClr val="181C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15"/>
            <p:cNvSpPr/>
            <p:nvPr/>
          </p:nvSpPr>
          <p:spPr>
            <a:xfrm>
              <a:off x="2157775" y="2507375"/>
              <a:ext cx="78325" cy="113100"/>
            </a:xfrm>
            <a:custGeom>
              <a:rect b="b" l="l" r="r" t="t"/>
              <a:pathLst>
                <a:path extrusionOk="0" h="4524" w="3133">
                  <a:moveTo>
                    <a:pt x="1828" y="0"/>
                  </a:moveTo>
                  <a:cubicBezTo>
                    <a:pt x="1523" y="0"/>
                    <a:pt x="1219" y="87"/>
                    <a:pt x="914" y="218"/>
                  </a:cubicBezTo>
                  <a:cubicBezTo>
                    <a:pt x="653" y="392"/>
                    <a:pt x="436" y="653"/>
                    <a:pt x="262" y="1001"/>
                  </a:cubicBezTo>
                  <a:cubicBezTo>
                    <a:pt x="88" y="1348"/>
                    <a:pt x="1" y="1740"/>
                    <a:pt x="1" y="2262"/>
                  </a:cubicBezTo>
                  <a:cubicBezTo>
                    <a:pt x="1" y="2740"/>
                    <a:pt x="88" y="3132"/>
                    <a:pt x="262" y="3480"/>
                  </a:cubicBezTo>
                  <a:cubicBezTo>
                    <a:pt x="436" y="3828"/>
                    <a:pt x="653" y="4089"/>
                    <a:pt x="914" y="4263"/>
                  </a:cubicBezTo>
                  <a:cubicBezTo>
                    <a:pt x="1219" y="4437"/>
                    <a:pt x="1523" y="4523"/>
                    <a:pt x="1871" y="4523"/>
                  </a:cubicBezTo>
                  <a:cubicBezTo>
                    <a:pt x="2176" y="4523"/>
                    <a:pt x="2436" y="4480"/>
                    <a:pt x="2654" y="4393"/>
                  </a:cubicBezTo>
                  <a:cubicBezTo>
                    <a:pt x="2871" y="4306"/>
                    <a:pt x="3002" y="4176"/>
                    <a:pt x="3132" y="4045"/>
                  </a:cubicBezTo>
                  <a:lnTo>
                    <a:pt x="2915" y="3784"/>
                  </a:lnTo>
                  <a:cubicBezTo>
                    <a:pt x="2784" y="3871"/>
                    <a:pt x="2654" y="3958"/>
                    <a:pt x="2480" y="4045"/>
                  </a:cubicBezTo>
                  <a:cubicBezTo>
                    <a:pt x="2349" y="4089"/>
                    <a:pt x="2132" y="4132"/>
                    <a:pt x="1871" y="4132"/>
                  </a:cubicBezTo>
                  <a:cubicBezTo>
                    <a:pt x="1610" y="4132"/>
                    <a:pt x="1349" y="4089"/>
                    <a:pt x="1132" y="3958"/>
                  </a:cubicBezTo>
                  <a:cubicBezTo>
                    <a:pt x="914" y="3828"/>
                    <a:pt x="740" y="3610"/>
                    <a:pt x="610" y="3349"/>
                  </a:cubicBezTo>
                  <a:cubicBezTo>
                    <a:pt x="479" y="3088"/>
                    <a:pt x="436" y="2740"/>
                    <a:pt x="436" y="2262"/>
                  </a:cubicBezTo>
                  <a:cubicBezTo>
                    <a:pt x="436" y="1783"/>
                    <a:pt x="523" y="1392"/>
                    <a:pt x="653" y="1131"/>
                  </a:cubicBezTo>
                  <a:cubicBezTo>
                    <a:pt x="784" y="827"/>
                    <a:pt x="958" y="653"/>
                    <a:pt x="1175" y="522"/>
                  </a:cubicBezTo>
                  <a:cubicBezTo>
                    <a:pt x="1393" y="435"/>
                    <a:pt x="1610" y="348"/>
                    <a:pt x="1871" y="348"/>
                  </a:cubicBezTo>
                  <a:cubicBezTo>
                    <a:pt x="2045" y="348"/>
                    <a:pt x="2219" y="392"/>
                    <a:pt x="2393" y="435"/>
                  </a:cubicBezTo>
                  <a:cubicBezTo>
                    <a:pt x="2523" y="479"/>
                    <a:pt x="2697" y="566"/>
                    <a:pt x="2828" y="696"/>
                  </a:cubicBezTo>
                  <a:lnTo>
                    <a:pt x="3089" y="392"/>
                  </a:lnTo>
                  <a:cubicBezTo>
                    <a:pt x="2915" y="261"/>
                    <a:pt x="2741" y="174"/>
                    <a:pt x="2523" y="87"/>
                  </a:cubicBezTo>
                  <a:cubicBezTo>
                    <a:pt x="2349" y="0"/>
                    <a:pt x="2132" y="0"/>
                    <a:pt x="1828" y="0"/>
                  </a:cubicBezTo>
                  <a:close/>
                </a:path>
              </a:pathLst>
            </a:custGeom>
            <a:solidFill>
              <a:srgbClr val="181C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15"/>
            <p:cNvSpPr/>
            <p:nvPr/>
          </p:nvSpPr>
          <p:spPr>
            <a:xfrm>
              <a:off x="2254550" y="2507375"/>
              <a:ext cx="78325" cy="113100"/>
            </a:xfrm>
            <a:custGeom>
              <a:rect b="b" l="l" r="r" t="t"/>
              <a:pathLst>
                <a:path extrusionOk="0" h="4524" w="3133">
                  <a:moveTo>
                    <a:pt x="1827" y="0"/>
                  </a:moveTo>
                  <a:cubicBezTo>
                    <a:pt x="1479" y="0"/>
                    <a:pt x="1175" y="87"/>
                    <a:pt x="914" y="218"/>
                  </a:cubicBezTo>
                  <a:cubicBezTo>
                    <a:pt x="610" y="392"/>
                    <a:pt x="392" y="653"/>
                    <a:pt x="218" y="1001"/>
                  </a:cubicBezTo>
                  <a:cubicBezTo>
                    <a:pt x="88" y="1348"/>
                    <a:pt x="1" y="1740"/>
                    <a:pt x="1" y="2262"/>
                  </a:cubicBezTo>
                  <a:cubicBezTo>
                    <a:pt x="1" y="2740"/>
                    <a:pt x="88" y="3132"/>
                    <a:pt x="218" y="3480"/>
                  </a:cubicBezTo>
                  <a:cubicBezTo>
                    <a:pt x="392" y="3828"/>
                    <a:pt x="610" y="4089"/>
                    <a:pt x="914" y="4263"/>
                  </a:cubicBezTo>
                  <a:cubicBezTo>
                    <a:pt x="1175" y="4437"/>
                    <a:pt x="1523" y="4523"/>
                    <a:pt x="1827" y="4523"/>
                  </a:cubicBezTo>
                  <a:cubicBezTo>
                    <a:pt x="2175" y="4523"/>
                    <a:pt x="2393" y="4480"/>
                    <a:pt x="2610" y="4393"/>
                  </a:cubicBezTo>
                  <a:cubicBezTo>
                    <a:pt x="2828" y="4306"/>
                    <a:pt x="3002" y="4176"/>
                    <a:pt x="3132" y="4045"/>
                  </a:cubicBezTo>
                  <a:lnTo>
                    <a:pt x="2871" y="3784"/>
                  </a:lnTo>
                  <a:cubicBezTo>
                    <a:pt x="2784" y="3871"/>
                    <a:pt x="2654" y="3958"/>
                    <a:pt x="2480" y="4045"/>
                  </a:cubicBezTo>
                  <a:cubicBezTo>
                    <a:pt x="2306" y="4089"/>
                    <a:pt x="2088" y="4132"/>
                    <a:pt x="1827" y="4132"/>
                  </a:cubicBezTo>
                  <a:cubicBezTo>
                    <a:pt x="1566" y="4132"/>
                    <a:pt x="1349" y="4089"/>
                    <a:pt x="1132" y="3958"/>
                  </a:cubicBezTo>
                  <a:cubicBezTo>
                    <a:pt x="914" y="3828"/>
                    <a:pt x="740" y="3610"/>
                    <a:pt x="610" y="3349"/>
                  </a:cubicBezTo>
                  <a:cubicBezTo>
                    <a:pt x="479" y="3088"/>
                    <a:pt x="392" y="2740"/>
                    <a:pt x="392" y="2262"/>
                  </a:cubicBezTo>
                  <a:cubicBezTo>
                    <a:pt x="392" y="1783"/>
                    <a:pt x="479" y="1392"/>
                    <a:pt x="610" y="1131"/>
                  </a:cubicBezTo>
                  <a:cubicBezTo>
                    <a:pt x="740" y="827"/>
                    <a:pt x="914" y="653"/>
                    <a:pt x="1132" y="522"/>
                  </a:cubicBezTo>
                  <a:cubicBezTo>
                    <a:pt x="1349" y="435"/>
                    <a:pt x="1610" y="348"/>
                    <a:pt x="1871" y="348"/>
                  </a:cubicBezTo>
                  <a:cubicBezTo>
                    <a:pt x="2045" y="348"/>
                    <a:pt x="2175" y="392"/>
                    <a:pt x="2349" y="435"/>
                  </a:cubicBezTo>
                  <a:cubicBezTo>
                    <a:pt x="2523" y="479"/>
                    <a:pt x="2654" y="566"/>
                    <a:pt x="2784" y="696"/>
                  </a:cubicBezTo>
                  <a:lnTo>
                    <a:pt x="3045" y="392"/>
                  </a:lnTo>
                  <a:cubicBezTo>
                    <a:pt x="2871" y="261"/>
                    <a:pt x="2697" y="174"/>
                    <a:pt x="2523" y="87"/>
                  </a:cubicBezTo>
                  <a:cubicBezTo>
                    <a:pt x="2349" y="0"/>
                    <a:pt x="2088" y="0"/>
                    <a:pt x="1827" y="0"/>
                  </a:cubicBezTo>
                  <a:close/>
                </a:path>
              </a:pathLst>
            </a:custGeom>
            <a:solidFill>
              <a:srgbClr val="181C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15"/>
            <p:cNvSpPr/>
            <p:nvPr/>
          </p:nvSpPr>
          <p:spPr>
            <a:xfrm>
              <a:off x="2362200" y="2508450"/>
              <a:ext cx="63100" cy="109850"/>
            </a:xfrm>
            <a:custGeom>
              <a:rect b="b" l="l" r="r" t="t"/>
              <a:pathLst>
                <a:path extrusionOk="0" h="4394" w="2524">
                  <a:moveTo>
                    <a:pt x="1" y="1"/>
                  </a:moveTo>
                  <a:lnTo>
                    <a:pt x="1" y="4394"/>
                  </a:lnTo>
                  <a:lnTo>
                    <a:pt x="435" y="4394"/>
                  </a:lnTo>
                  <a:lnTo>
                    <a:pt x="435" y="2393"/>
                  </a:lnTo>
                  <a:lnTo>
                    <a:pt x="2219" y="2393"/>
                  </a:lnTo>
                  <a:lnTo>
                    <a:pt x="2219" y="2001"/>
                  </a:lnTo>
                  <a:lnTo>
                    <a:pt x="435" y="2001"/>
                  </a:lnTo>
                  <a:lnTo>
                    <a:pt x="435" y="349"/>
                  </a:lnTo>
                  <a:lnTo>
                    <a:pt x="2480" y="349"/>
                  </a:lnTo>
                  <a:lnTo>
                    <a:pt x="2523" y="1"/>
                  </a:lnTo>
                  <a:close/>
                </a:path>
              </a:pathLst>
            </a:custGeom>
            <a:solidFill>
              <a:srgbClr val="181C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15"/>
            <p:cNvSpPr/>
            <p:nvPr/>
          </p:nvSpPr>
          <p:spPr>
            <a:xfrm>
              <a:off x="2447025" y="2507375"/>
              <a:ext cx="72875" cy="113100"/>
            </a:xfrm>
            <a:custGeom>
              <a:rect b="b" l="l" r="r" t="t"/>
              <a:pathLst>
                <a:path extrusionOk="0" h="4524" w="2915">
                  <a:moveTo>
                    <a:pt x="1435" y="305"/>
                  </a:moveTo>
                  <a:cubicBezTo>
                    <a:pt x="1740" y="305"/>
                    <a:pt x="1914" y="392"/>
                    <a:pt x="2088" y="522"/>
                  </a:cubicBezTo>
                  <a:cubicBezTo>
                    <a:pt x="2262" y="653"/>
                    <a:pt x="2305" y="870"/>
                    <a:pt x="2305" y="1088"/>
                  </a:cubicBezTo>
                  <a:cubicBezTo>
                    <a:pt x="2305" y="1305"/>
                    <a:pt x="2262" y="1479"/>
                    <a:pt x="2131" y="1609"/>
                  </a:cubicBezTo>
                  <a:cubicBezTo>
                    <a:pt x="2044" y="1740"/>
                    <a:pt x="1870" y="1870"/>
                    <a:pt x="1653" y="2001"/>
                  </a:cubicBezTo>
                  <a:cubicBezTo>
                    <a:pt x="1435" y="1914"/>
                    <a:pt x="1218" y="1870"/>
                    <a:pt x="1087" y="1783"/>
                  </a:cubicBezTo>
                  <a:cubicBezTo>
                    <a:pt x="913" y="1740"/>
                    <a:pt x="783" y="1653"/>
                    <a:pt x="696" y="1566"/>
                  </a:cubicBezTo>
                  <a:cubicBezTo>
                    <a:pt x="609" y="1435"/>
                    <a:pt x="565" y="1305"/>
                    <a:pt x="565" y="1131"/>
                  </a:cubicBezTo>
                  <a:cubicBezTo>
                    <a:pt x="565" y="870"/>
                    <a:pt x="652" y="653"/>
                    <a:pt x="783" y="522"/>
                  </a:cubicBezTo>
                  <a:cubicBezTo>
                    <a:pt x="957" y="392"/>
                    <a:pt x="1174" y="305"/>
                    <a:pt x="1435" y="305"/>
                  </a:cubicBezTo>
                  <a:close/>
                  <a:moveTo>
                    <a:pt x="1174" y="2218"/>
                  </a:moveTo>
                  <a:cubicBezTo>
                    <a:pt x="1435" y="2305"/>
                    <a:pt x="1653" y="2392"/>
                    <a:pt x="1827" y="2479"/>
                  </a:cubicBezTo>
                  <a:cubicBezTo>
                    <a:pt x="2044" y="2566"/>
                    <a:pt x="2175" y="2653"/>
                    <a:pt x="2305" y="2784"/>
                  </a:cubicBezTo>
                  <a:cubicBezTo>
                    <a:pt x="2392" y="2914"/>
                    <a:pt x="2479" y="3045"/>
                    <a:pt x="2479" y="3262"/>
                  </a:cubicBezTo>
                  <a:cubicBezTo>
                    <a:pt x="2479" y="3523"/>
                    <a:pt x="2392" y="3741"/>
                    <a:pt x="2175" y="3915"/>
                  </a:cubicBezTo>
                  <a:cubicBezTo>
                    <a:pt x="2001" y="4089"/>
                    <a:pt x="1740" y="4176"/>
                    <a:pt x="1435" y="4176"/>
                  </a:cubicBezTo>
                  <a:cubicBezTo>
                    <a:pt x="1087" y="4176"/>
                    <a:pt x="826" y="4089"/>
                    <a:pt x="652" y="3915"/>
                  </a:cubicBezTo>
                  <a:cubicBezTo>
                    <a:pt x="478" y="3784"/>
                    <a:pt x="435" y="3567"/>
                    <a:pt x="435" y="3306"/>
                  </a:cubicBezTo>
                  <a:cubicBezTo>
                    <a:pt x="435" y="3088"/>
                    <a:pt x="435" y="2914"/>
                    <a:pt x="522" y="2784"/>
                  </a:cubicBezTo>
                  <a:cubicBezTo>
                    <a:pt x="609" y="2653"/>
                    <a:pt x="696" y="2523"/>
                    <a:pt x="826" y="2436"/>
                  </a:cubicBezTo>
                  <a:cubicBezTo>
                    <a:pt x="913" y="2349"/>
                    <a:pt x="1044" y="2305"/>
                    <a:pt x="1174" y="2218"/>
                  </a:cubicBezTo>
                  <a:close/>
                  <a:moveTo>
                    <a:pt x="1435" y="0"/>
                  </a:moveTo>
                  <a:cubicBezTo>
                    <a:pt x="1305" y="0"/>
                    <a:pt x="1174" y="0"/>
                    <a:pt x="1044" y="44"/>
                  </a:cubicBezTo>
                  <a:cubicBezTo>
                    <a:pt x="870" y="87"/>
                    <a:pt x="739" y="131"/>
                    <a:pt x="609" y="261"/>
                  </a:cubicBezTo>
                  <a:cubicBezTo>
                    <a:pt x="478" y="348"/>
                    <a:pt x="391" y="435"/>
                    <a:pt x="304" y="609"/>
                  </a:cubicBezTo>
                  <a:cubicBezTo>
                    <a:pt x="217" y="740"/>
                    <a:pt x="174" y="914"/>
                    <a:pt x="174" y="1131"/>
                  </a:cubicBezTo>
                  <a:cubicBezTo>
                    <a:pt x="174" y="1348"/>
                    <a:pt x="217" y="1566"/>
                    <a:pt x="348" y="1740"/>
                  </a:cubicBezTo>
                  <a:cubicBezTo>
                    <a:pt x="478" y="1870"/>
                    <a:pt x="652" y="2001"/>
                    <a:pt x="870" y="2131"/>
                  </a:cubicBezTo>
                  <a:cubicBezTo>
                    <a:pt x="609" y="2262"/>
                    <a:pt x="391" y="2392"/>
                    <a:pt x="217" y="2566"/>
                  </a:cubicBezTo>
                  <a:cubicBezTo>
                    <a:pt x="87" y="2784"/>
                    <a:pt x="0" y="3001"/>
                    <a:pt x="0" y="3262"/>
                  </a:cubicBezTo>
                  <a:cubicBezTo>
                    <a:pt x="0" y="3523"/>
                    <a:pt x="43" y="3741"/>
                    <a:pt x="174" y="3915"/>
                  </a:cubicBezTo>
                  <a:cubicBezTo>
                    <a:pt x="261" y="4089"/>
                    <a:pt x="435" y="4263"/>
                    <a:pt x="652" y="4350"/>
                  </a:cubicBezTo>
                  <a:cubicBezTo>
                    <a:pt x="870" y="4480"/>
                    <a:pt x="1131" y="4523"/>
                    <a:pt x="1435" y="4523"/>
                  </a:cubicBezTo>
                  <a:cubicBezTo>
                    <a:pt x="1740" y="4523"/>
                    <a:pt x="2001" y="4480"/>
                    <a:pt x="2218" y="4350"/>
                  </a:cubicBezTo>
                  <a:cubicBezTo>
                    <a:pt x="2436" y="4263"/>
                    <a:pt x="2610" y="4089"/>
                    <a:pt x="2697" y="3915"/>
                  </a:cubicBezTo>
                  <a:cubicBezTo>
                    <a:pt x="2827" y="3741"/>
                    <a:pt x="2914" y="3523"/>
                    <a:pt x="2914" y="3262"/>
                  </a:cubicBezTo>
                  <a:cubicBezTo>
                    <a:pt x="2914" y="3001"/>
                    <a:pt x="2827" y="2740"/>
                    <a:pt x="2610" y="2566"/>
                  </a:cubicBezTo>
                  <a:cubicBezTo>
                    <a:pt x="2436" y="2349"/>
                    <a:pt x="2218" y="2218"/>
                    <a:pt x="1914" y="2088"/>
                  </a:cubicBezTo>
                  <a:cubicBezTo>
                    <a:pt x="2175" y="1957"/>
                    <a:pt x="2392" y="1827"/>
                    <a:pt x="2523" y="1653"/>
                  </a:cubicBezTo>
                  <a:cubicBezTo>
                    <a:pt x="2653" y="1479"/>
                    <a:pt x="2740" y="1305"/>
                    <a:pt x="2740" y="1088"/>
                  </a:cubicBezTo>
                  <a:lnTo>
                    <a:pt x="2697" y="1088"/>
                  </a:lnTo>
                  <a:cubicBezTo>
                    <a:pt x="2697" y="914"/>
                    <a:pt x="2697" y="740"/>
                    <a:pt x="2610" y="566"/>
                  </a:cubicBezTo>
                  <a:cubicBezTo>
                    <a:pt x="2523" y="435"/>
                    <a:pt x="2436" y="305"/>
                    <a:pt x="2305" y="218"/>
                  </a:cubicBezTo>
                  <a:cubicBezTo>
                    <a:pt x="2175" y="131"/>
                    <a:pt x="2044" y="87"/>
                    <a:pt x="1870" y="44"/>
                  </a:cubicBezTo>
                  <a:cubicBezTo>
                    <a:pt x="1740" y="0"/>
                    <a:pt x="1566" y="0"/>
                    <a:pt x="1435" y="0"/>
                  </a:cubicBezTo>
                  <a:close/>
                </a:path>
              </a:pathLst>
            </a:custGeom>
            <a:solidFill>
              <a:srgbClr val="181C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15"/>
            <p:cNvSpPr/>
            <p:nvPr/>
          </p:nvSpPr>
          <p:spPr>
            <a:xfrm>
              <a:off x="2542700" y="2507375"/>
              <a:ext cx="68525" cy="114175"/>
            </a:xfrm>
            <a:custGeom>
              <a:rect b="b" l="l" r="r" t="t"/>
              <a:pathLst>
                <a:path extrusionOk="0" h="4567" w="2741">
                  <a:moveTo>
                    <a:pt x="1392" y="348"/>
                  </a:moveTo>
                  <a:cubicBezTo>
                    <a:pt x="1610" y="348"/>
                    <a:pt x="1784" y="392"/>
                    <a:pt x="1914" y="479"/>
                  </a:cubicBezTo>
                  <a:cubicBezTo>
                    <a:pt x="2045" y="566"/>
                    <a:pt x="2175" y="740"/>
                    <a:pt x="2219" y="957"/>
                  </a:cubicBezTo>
                  <a:cubicBezTo>
                    <a:pt x="2298" y="1155"/>
                    <a:pt x="2341" y="1425"/>
                    <a:pt x="2348" y="1767"/>
                  </a:cubicBezTo>
                  <a:lnTo>
                    <a:pt x="2348" y="1767"/>
                  </a:lnTo>
                  <a:cubicBezTo>
                    <a:pt x="2224" y="1952"/>
                    <a:pt x="2069" y="2107"/>
                    <a:pt x="1914" y="2262"/>
                  </a:cubicBezTo>
                  <a:cubicBezTo>
                    <a:pt x="1740" y="2392"/>
                    <a:pt x="1523" y="2436"/>
                    <a:pt x="1305" y="2436"/>
                  </a:cubicBezTo>
                  <a:cubicBezTo>
                    <a:pt x="1001" y="2436"/>
                    <a:pt x="783" y="2392"/>
                    <a:pt x="653" y="2218"/>
                  </a:cubicBezTo>
                  <a:cubicBezTo>
                    <a:pt x="479" y="2044"/>
                    <a:pt x="435" y="1783"/>
                    <a:pt x="435" y="1435"/>
                  </a:cubicBezTo>
                  <a:cubicBezTo>
                    <a:pt x="435" y="1088"/>
                    <a:pt x="522" y="827"/>
                    <a:pt x="653" y="609"/>
                  </a:cubicBezTo>
                  <a:cubicBezTo>
                    <a:pt x="827" y="435"/>
                    <a:pt x="1044" y="348"/>
                    <a:pt x="1392" y="348"/>
                  </a:cubicBezTo>
                  <a:close/>
                  <a:moveTo>
                    <a:pt x="1392" y="0"/>
                  </a:moveTo>
                  <a:cubicBezTo>
                    <a:pt x="1131" y="0"/>
                    <a:pt x="914" y="44"/>
                    <a:pt x="696" y="131"/>
                  </a:cubicBezTo>
                  <a:cubicBezTo>
                    <a:pt x="479" y="261"/>
                    <a:pt x="305" y="392"/>
                    <a:pt x="174" y="609"/>
                  </a:cubicBezTo>
                  <a:cubicBezTo>
                    <a:pt x="44" y="827"/>
                    <a:pt x="0" y="1088"/>
                    <a:pt x="0" y="1392"/>
                  </a:cubicBezTo>
                  <a:cubicBezTo>
                    <a:pt x="0" y="1696"/>
                    <a:pt x="44" y="1957"/>
                    <a:pt x="174" y="2175"/>
                  </a:cubicBezTo>
                  <a:cubicBezTo>
                    <a:pt x="261" y="2349"/>
                    <a:pt x="435" y="2523"/>
                    <a:pt x="609" y="2653"/>
                  </a:cubicBezTo>
                  <a:cubicBezTo>
                    <a:pt x="783" y="2740"/>
                    <a:pt x="1001" y="2784"/>
                    <a:pt x="1262" y="2784"/>
                  </a:cubicBezTo>
                  <a:cubicBezTo>
                    <a:pt x="1523" y="2784"/>
                    <a:pt x="1740" y="2740"/>
                    <a:pt x="1958" y="2610"/>
                  </a:cubicBezTo>
                  <a:cubicBezTo>
                    <a:pt x="2112" y="2494"/>
                    <a:pt x="2233" y="2343"/>
                    <a:pt x="2349" y="2189"/>
                  </a:cubicBezTo>
                  <a:lnTo>
                    <a:pt x="2349" y="2189"/>
                  </a:lnTo>
                  <a:cubicBezTo>
                    <a:pt x="2347" y="2575"/>
                    <a:pt x="2260" y="2917"/>
                    <a:pt x="2132" y="3175"/>
                  </a:cubicBezTo>
                  <a:cubicBezTo>
                    <a:pt x="1958" y="3436"/>
                    <a:pt x="1784" y="3654"/>
                    <a:pt x="1479" y="3828"/>
                  </a:cubicBezTo>
                  <a:cubicBezTo>
                    <a:pt x="1218" y="3958"/>
                    <a:pt x="827" y="4132"/>
                    <a:pt x="435" y="4263"/>
                  </a:cubicBezTo>
                  <a:lnTo>
                    <a:pt x="522" y="4567"/>
                  </a:lnTo>
                  <a:cubicBezTo>
                    <a:pt x="914" y="4437"/>
                    <a:pt x="1262" y="4306"/>
                    <a:pt x="1523" y="4176"/>
                  </a:cubicBezTo>
                  <a:cubicBezTo>
                    <a:pt x="1827" y="4045"/>
                    <a:pt x="2045" y="3871"/>
                    <a:pt x="2219" y="3697"/>
                  </a:cubicBezTo>
                  <a:cubicBezTo>
                    <a:pt x="2393" y="3480"/>
                    <a:pt x="2566" y="3262"/>
                    <a:pt x="2653" y="2958"/>
                  </a:cubicBezTo>
                  <a:cubicBezTo>
                    <a:pt x="2697" y="2653"/>
                    <a:pt x="2740" y="2262"/>
                    <a:pt x="2740" y="1827"/>
                  </a:cubicBezTo>
                  <a:cubicBezTo>
                    <a:pt x="2740" y="1435"/>
                    <a:pt x="2697" y="1088"/>
                    <a:pt x="2610" y="827"/>
                  </a:cubicBezTo>
                  <a:cubicBezTo>
                    <a:pt x="2523" y="566"/>
                    <a:pt x="2349" y="348"/>
                    <a:pt x="2132" y="218"/>
                  </a:cubicBezTo>
                  <a:cubicBezTo>
                    <a:pt x="1958" y="87"/>
                    <a:pt x="1697" y="0"/>
                    <a:pt x="1392" y="0"/>
                  </a:cubicBezTo>
                  <a:close/>
                </a:path>
              </a:pathLst>
            </a:custGeom>
            <a:solidFill>
              <a:srgbClr val="181C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15"/>
            <p:cNvSpPr/>
            <p:nvPr/>
          </p:nvSpPr>
          <p:spPr>
            <a:xfrm>
              <a:off x="2637300" y="2507375"/>
              <a:ext cx="67425" cy="110925"/>
            </a:xfrm>
            <a:custGeom>
              <a:rect b="b" l="l" r="r" t="t"/>
              <a:pathLst>
                <a:path extrusionOk="0" h="4437" w="2697">
                  <a:moveTo>
                    <a:pt x="1305" y="0"/>
                  </a:moveTo>
                  <a:cubicBezTo>
                    <a:pt x="1044" y="0"/>
                    <a:pt x="783" y="44"/>
                    <a:pt x="609" y="131"/>
                  </a:cubicBezTo>
                  <a:cubicBezTo>
                    <a:pt x="392" y="218"/>
                    <a:pt x="174" y="392"/>
                    <a:pt x="0" y="566"/>
                  </a:cubicBezTo>
                  <a:lnTo>
                    <a:pt x="305" y="827"/>
                  </a:lnTo>
                  <a:cubicBezTo>
                    <a:pt x="479" y="653"/>
                    <a:pt x="609" y="522"/>
                    <a:pt x="740" y="435"/>
                  </a:cubicBezTo>
                  <a:cubicBezTo>
                    <a:pt x="914" y="392"/>
                    <a:pt x="1088" y="348"/>
                    <a:pt x="1305" y="348"/>
                  </a:cubicBezTo>
                  <a:cubicBezTo>
                    <a:pt x="1566" y="348"/>
                    <a:pt x="1783" y="392"/>
                    <a:pt x="1914" y="566"/>
                  </a:cubicBezTo>
                  <a:cubicBezTo>
                    <a:pt x="2088" y="740"/>
                    <a:pt x="2175" y="914"/>
                    <a:pt x="2175" y="1218"/>
                  </a:cubicBezTo>
                  <a:cubicBezTo>
                    <a:pt x="2175" y="1348"/>
                    <a:pt x="2131" y="1522"/>
                    <a:pt x="2131" y="1653"/>
                  </a:cubicBezTo>
                  <a:cubicBezTo>
                    <a:pt x="2088" y="1783"/>
                    <a:pt x="2001" y="1914"/>
                    <a:pt x="1914" y="2088"/>
                  </a:cubicBezTo>
                  <a:cubicBezTo>
                    <a:pt x="1827" y="2218"/>
                    <a:pt x="1740" y="2392"/>
                    <a:pt x="1566" y="2566"/>
                  </a:cubicBezTo>
                  <a:cubicBezTo>
                    <a:pt x="1436" y="2784"/>
                    <a:pt x="1218" y="3001"/>
                    <a:pt x="1001" y="3219"/>
                  </a:cubicBezTo>
                  <a:cubicBezTo>
                    <a:pt x="740" y="3480"/>
                    <a:pt x="435" y="3741"/>
                    <a:pt x="87" y="4089"/>
                  </a:cubicBezTo>
                  <a:lnTo>
                    <a:pt x="87" y="4437"/>
                  </a:lnTo>
                  <a:lnTo>
                    <a:pt x="2653" y="4437"/>
                  </a:lnTo>
                  <a:lnTo>
                    <a:pt x="2697" y="4089"/>
                  </a:lnTo>
                  <a:lnTo>
                    <a:pt x="566" y="4089"/>
                  </a:lnTo>
                  <a:cubicBezTo>
                    <a:pt x="914" y="3741"/>
                    <a:pt x="1218" y="3436"/>
                    <a:pt x="1479" y="3175"/>
                  </a:cubicBezTo>
                  <a:cubicBezTo>
                    <a:pt x="1740" y="2914"/>
                    <a:pt x="1957" y="2653"/>
                    <a:pt x="2131" y="2436"/>
                  </a:cubicBezTo>
                  <a:cubicBezTo>
                    <a:pt x="2305" y="2218"/>
                    <a:pt x="2392" y="2001"/>
                    <a:pt x="2479" y="1827"/>
                  </a:cubicBezTo>
                  <a:cubicBezTo>
                    <a:pt x="2566" y="1609"/>
                    <a:pt x="2566" y="1392"/>
                    <a:pt x="2566" y="1218"/>
                  </a:cubicBezTo>
                  <a:cubicBezTo>
                    <a:pt x="2566" y="957"/>
                    <a:pt x="2523" y="740"/>
                    <a:pt x="2436" y="566"/>
                  </a:cubicBezTo>
                  <a:cubicBezTo>
                    <a:pt x="2349" y="392"/>
                    <a:pt x="2175" y="261"/>
                    <a:pt x="2001" y="131"/>
                  </a:cubicBezTo>
                  <a:cubicBezTo>
                    <a:pt x="1783" y="44"/>
                    <a:pt x="1566" y="0"/>
                    <a:pt x="1305" y="0"/>
                  </a:cubicBezTo>
                  <a:close/>
                </a:path>
              </a:pathLst>
            </a:custGeom>
            <a:solidFill>
              <a:srgbClr val="181C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15"/>
            <p:cNvSpPr/>
            <p:nvPr/>
          </p:nvSpPr>
          <p:spPr>
            <a:xfrm>
              <a:off x="4897850" y="2508450"/>
              <a:ext cx="77225" cy="109850"/>
            </a:xfrm>
            <a:custGeom>
              <a:rect b="b" l="l" r="r" t="t"/>
              <a:pathLst>
                <a:path extrusionOk="0" h="4394" w="3089">
                  <a:moveTo>
                    <a:pt x="2175" y="1479"/>
                  </a:moveTo>
                  <a:lnTo>
                    <a:pt x="1957" y="2915"/>
                  </a:lnTo>
                  <a:lnTo>
                    <a:pt x="914" y="2915"/>
                  </a:lnTo>
                  <a:lnTo>
                    <a:pt x="1131" y="1479"/>
                  </a:lnTo>
                  <a:close/>
                  <a:moveTo>
                    <a:pt x="1001" y="1"/>
                  </a:moveTo>
                  <a:lnTo>
                    <a:pt x="827" y="1132"/>
                  </a:lnTo>
                  <a:lnTo>
                    <a:pt x="218" y="1132"/>
                  </a:lnTo>
                  <a:lnTo>
                    <a:pt x="218" y="1479"/>
                  </a:lnTo>
                  <a:lnTo>
                    <a:pt x="783" y="1479"/>
                  </a:lnTo>
                  <a:lnTo>
                    <a:pt x="609" y="2915"/>
                  </a:lnTo>
                  <a:lnTo>
                    <a:pt x="0" y="2915"/>
                  </a:lnTo>
                  <a:lnTo>
                    <a:pt x="0" y="3263"/>
                  </a:lnTo>
                  <a:lnTo>
                    <a:pt x="522" y="3263"/>
                  </a:lnTo>
                  <a:lnTo>
                    <a:pt x="392" y="4394"/>
                  </a:lnTo>
                  <a:lnTo>
                    <a:pt x="740" y="4394"/>
                  </a:lnTo>
                  <a:lnTo>
                    <a:pt x="870" y="3263"/>
                  </a:lnTo>
                  <a:lnTo>
                    <a:pt x="1914" y="3263"/>
                  </a:lnTo>
                  <a:lnTo>
                    <a:pt x="1783" y="4394"/>
                  </a:lnTo>
                  <a:lnTo>
                    <a:pt x="2131" y="4394"/>
                  </a:lnTo>
                  <a:lnTo>
                    <a:pt x="2262" y="3263"/>
                  </a:lnTo>
                  <a:lnTo>
                    <a:pt x="2871" y="3263"/>
                  </a:lnTo>
                  <a:lnTo>
                    <a:pt x="2871" y="2915"/>
                  </a:lnTo>
                  <a:lnTo>
                    <a:pt x="2305" y="2915"/>
                  </a:lnTo>
                  <a:lnTo>
                    <a:pt x="2523" y="1479"/>
                  </a:lnTo>
                  <a:lnTo>
                    <a:pt x="3088" y="1479"/>
                  </a:lnTo>
                  <a:lnTo>
                    <a:pt x="3088" y="1132"/>
                  </a:lnTo>
                  <a:lnTo>
                    <a:pt x="2566" y="1132"/>
                  </a:lnTo>
                  <a:lnTo>
                    <a:pt x="2697" y="1"/>
                  </a:lnTo>
                  <a:lnTo>
                    <a:pt x="2349" y="1"/>
                  </a:lnTo>
                  <a:lnTo>
                    <a:pt x="2218" y="1132"/>
                  </a:lnTo>
                  <a:lnTo>
                    <a:pt x="1175" y="1132"/>
                  </a:lnTo>
                  <a:lnTo>
                    <a:pt x="1349" y="1"/>
                  </a:lnTo>
                  <a:close/>
                </a:path>
              </a:pathLst>
            </a:custGeom>
            <a:solidFill>
              <a:srgbClr val="FFFB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15"/>
            <p:cNvSpPr/>
            <p:nvPr/>
          </p:nvSpPr>
          <p:spPr>
            <a:xfrm>
              <a:off x="4996800" y="2507375"/>
              <a:ext cx="72875" cy="113100"/>
            </a:xfrm>
            <a:custGeom>
              <a:rect b="b" l="l" r="r" t="t"/>
              <a:pathLst>
                <a:path extrusionOk="0" h="4524" w="2915">
                  <a:moveTo>
                    <a:pt x="1435" y="305"/>
                  </a:moveTo>
                  <a:cubicBezTo>
                    <a:pt x="1696" y="305"/>
                    <a:pt x="1914" y="392"/>
                    <a:pt x="2088" y="522"/>
                  </a:cubicBezTo>
                  <a:cubicBezTo>
                    <a:pt x="2218" y="653"/>
                    <a:pt x="2305" y="870"/>
                    <a:pt x="2305" y="1088"/>
                  </a:cubicBezTo>
                  <a:cubicBezTo>
                    <a:pt x="2305" y="1305"/>
                    <a:pt x="2262" y="1479"/>
                    <a:pt x="2131" y="1609"/>
                  </a:cubicBezTo>
                  <a:cubicBezTo>
                    <a:pt x="2001" y="1740"/>
                    <a:pt x="1870" y="1870"/>
                    <a:pt x="1609" y="2001"/>
                  </a:cubicBezTo>
                  <a:cubicBezTo>
                    <a:pt x="1392" y="1914"/>
                    <a:pt x="1218" y="1870"/>
                    <a:pt x="1087" y="1783"/>
                  </a:cubicBezTo>
                  <a:cubicBezTo>
                    <a:pt x="913" y="1740"/>
                    <a:pt x="783" y="1653"/>
                    <a:pt x="696" y="1566"/>
                  </a:cubicBezTo>
                  <a:cubicBezTo>
                    <a:pt x="609" y="1435"/>
                    <a:pt x="566" y="1305"/>
                    <a:pt x="566" y="1131"/>
                  </a:cubicBezTo>
                  <a:cubicBezTo>
                    <a:pt x="566" y="870"/>
                    <a:pt x="653" y="653"/>
                    <a:pt x="783" y="522"/>
                  </a:cubicBezTo>
                  <a:cubicBezTo>
                    <a:pt x="957" y="392"/>
                    <a:pt x="1174" y="305"/>
                    <a:pt x="1435" y="305"/>
                  </a:cubicBezTo>
                  <a:close/>
                  <a:moveTo>
                    <a:pt x="1174" y="2218"/>
                  </a:moveTo>
                  <a:cubicBezTo>
                    <a:pt x="1435" y="2305"/>
                    <a:pt x="1653" y="2392"/>
                    <a:pt x="1827" y="2479"/>
                  </a:cubicBezTo>
                  <a:cubicBezTo>
                    <a:pt x="2044" y="2566"/>
                    <a:pt x="2175" y="2653"/>
                    <a:pt x="2305" y="2784"/>
                  </a:cubicBezTo>
                  <a:cubicBezTo>
                    <a:pt x="2392" y="2914"/>
                    <a:pt x="2479" y="3045"/>
                    <a:pt x="2479" y="3262"/>
                  </a:cubicBezTo>
                  <a:cubicBezTo>
                    <a:pt x="2479" y="3523"/>
                    <a:pt x="2392" y="3741"/>
                    <a:pt x="2175" y="3915"/>
                  </a:cubicBezTo>
                  <a:cubicBezTo>
                    <a:pt x="2001" y="4089"/>
                    <a:pt x="1740" y="4176"/>
                    <a:pt x="1435" y="4176"/>
                  </a:cubicBezTo>
                  <a:cubicBezTo>
                    <a:pt x="1087" y="4176"/>
                    <a:pt x="827" y="4089"/>
                    <a:pt x="653" y="3915"/>
                  </a:cubicBezTo>
                  <a:cubicBezTo>
                    <a:pt x="479" y="3784"/>
                    <a:pt x="392" y="3567"/>
                    <a:pt x="392" y="3306"/>
                  </a:cubicBezTo>
                  <a:cubicBezTo>
                    <a:pt x="392" y="3088"/>
                    <a:pt x="435" y="2914"/>
                    <a:pt x="522" y="2784"/>
                  </a:cubicBezTo>
                  <a:cubicBezTo>
                    <a:pt x="609" y="2653"/>
                    <a:pt x="696" y="2523"/>
                    <a:pt x="827" y="2436"/>
                  </a:cubicBezTo>
                  <a:cubicBezTo>
                    <a:pt x="913" y="2349"/>
                    <a:pt x="1044" y="2305"/>
                    <a:pt x="1174" y="2218"/>
                  </a:cubicBezTo>
                  <a:close/>
                  <a:moveTo>
                    <a:pt x="1435" y="0"/>
                  </a:moveTo>
                  <a:cubicBezTo>
                    <a:pt x="1305" y="0"/>
                    <a:pt x="1174" y="0"/>
                    <a:pt x="1044" y="44"/>
                  </a:cubicBezTo>
                  <a:cubicBezTo>
                    <a:pt x="870" y="87"/>
                    <a:pt x="740" y="131"/>
                    <a:pt x="609" y="261"/>
                  </a:cubicBezTo>
                  <a:cubicBezTo>
                    <a:pt x="479" y="348"/>
                    <a:pt x="348" y="435"/>
                    <a:pt x="305" y="609"/>
                  </a:cubicBezTo>
                  <a:cubicBezTo>
                    <a:pt x="218" y="740"/>
                    <a:pt x="174" y="914"/>
                    <a:pt x="174" y="1131"/>
                  </a:cubicBezTo>
                  <a:cubicBezTo>
                    <a:pt x="174" y="1348"/>
                    <a:pt x="218" y="1566"/>
                    <a:pt x="348" y="1740"/>
                  </a:cubicBezTo>
                  <a:cubicBezTo>
                    <a:pt x="479" y="1870"/>
                    <a:pt x="653" y="2001"/>
                    <a:pt x="870" y="2131"/>
                  </a:cubicBezTo>
                  <a:cubicBezTo>
                    <a:pt x="609" y="2262"/>
                    <a:pt x="392" y="2392"/>
                    <a:pt x="218" y="2566"/>
                  </a:cubicBezTo>
                  <a:cubicBezTo>
                    <a:pt x="44" y="2784"/>
                    <a:pt x="0" y="3001"/>
                    <a:pt x="0" y="3262"/>
                  </a:cubicBezTo>
                  <a:cubicBezTo>
                    <a:pt x="0" y="3523"/>
                    <a:pt x="44" y="3741"/>
                    <a:pt x="174" y="3915"/>
                  </a:cubicBezTo>
                  <a:cubicBezTo>
                    <a:pt x="261" y="4089"/>
                    <a:pt x="435" y="4263"/>
                    <a:pt x="653" y="4350"/>
                  </a:cubicBezTo>
                  <a:cubicBezTo>
                    <a:pt x="870" y="4480"/>
                    <a:pt x="1131" y="4523"/>
                    <a:pt x="1435" y="4523"/>
                  </a:cubicBezTo>
                  <a:cubicBezTo>
                    <a:pt x="1696" y="4523"/>
                    <a:pt x="1957" y="4480"/>
                    <a:pt x="2175" y="4350"/>
                  </a:cubicBezTo>
                  <a:cubicBezTo>
                    <a:pt x="2392" y="4263"/>
                    <a:pt x="2566" y="4089"/>
                    <a:pt x="2697" y="3915"/>
                  </a:cubicBezTo>
                  <a:cubicBezTo>
                    <a:pt x="2827" y="3741"/>
                    <a:pt x="2914" y="3523"/>
                    <a:pt x="2914" y="3262"/>
                  </a:cubicBezTo>
                  <a:cubicBezTo>
                    <a:pt x="2914" y="3001"/>
                    <a:pt x="2784" y="2740"/>
                    <a:pt x="2610" y="2566"/>
                  </a:cubicBezTo>
                  <a:cubicBezTo>
                    <a:pt x="2436" y="2349"/>
                    <a:pt x="2218" y="2218"/>
                    <a:pt x="1914" y="2088"/>
                  </a:cubicBezTo>
                  <a:cubicBezTo>
                    <a:pt x="2175" y="1957"/>
                    <a:pt x="2392" y="1827"/>
                    <a:pt x="2523" y="1653"/>
                  </a:cubicBezTo>
                  <a:cubicBezTo>
                    <a:pt x="2653" y="1479"/>
                    <a:pt x="2697" y="1305"/>
                    <a:pt x="2697" y="1088"/>
                  </a:cubicBezTo>
                  <a:cubicBezTo>
                    <a:pt x="2697" y="914"/>
                    <a:pt x="2653" y="740"/>
                    <a:pt x="2610" y="566"/>
                  </a:cubicBezTo>
                  <a:cubicBezTo>
                    <a:pt x="2523" y="435"/>
                    <a:pt x="2392" y="305"/>
                    <a:pt x="2305" y="218"/>
                  </a:cubicBezTo>
                  <a:cubicBezTo>
                    <a:pt x="2175" y="131"/>
                    <a:pt x="2044" y="87"/>
                    <a:pt x="1870" y="44"/>
                  </a:cubicBezTo>
                  <a:cubicBezTo>
                    <a:pt x="1740" y="0"/>
                    <a:pt x="1566" y="0"/>
                    <a:pt x="1435" y="0"/>
                  </a:cubicBezTo>
                  <a:close/>
                </a:path>
              </a:pathLst>
            </a:custGeom>
            <a:solidFill>
              <a:srgbClr val="FFFB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15"/>
            <p:cNvSpPr/>
            <p:nvPr/>
          </p:nvSpPr>
          <p:spPr>
            <a:xfrm>
              <a:off x="5093575" y="2507375"/>
              <a:ext cx="70700" cy="113100"/>
            </a:xfrm>
            <a:custGeom>
              <a:rect b="b" l="l" r="r" t="t"/>
              <a:pathLst>
                <a:path extrusionOk="0" h="4524" w="2828">
                  <a:moveTo>
                    <a:pt x="1392" y="305"/>
                  </a:moveTo>
                  <a:cubicBezTo>
                    <a:pt x="1609" y="305"/>
                    <a:pt x="1783" y="392"/>
                    <a:pt x="1957" y="522"/>
                  </a:cubicBezTo>
                  <a:cubicBezTo>
                    <a:pt x="1990" y="555"/>
                    <a:pt x="2021" y="594"/>
                    <a:pt x="2049" y="638"/>
                  </a:cubicBezTo>
                  <a:lnTo>
                    <a:pt x="2049" y="638"/>
                  </a:lnTo>
                  <a:lnTo>
                    <a:pt x="601" y="3454"/>
                  </a:lnTo>
                  <a:lnTo>
                    <a:pt x="601" y="3454"/>
                  </a:lnTo>
                  <a:cubicBezTo>
                    <a:pt x="570" y="3349"/>
                    <a:pt x="546" y="3232"/>
                    <a:pt x="522" y="3088"/>
                  </a:cubicBezTo>
                  <a:cubicBezTo>
                    <a:pt x="478" y="2871"/>
                    <a:pt x="478" y="2566"/>
                    <a:pt x="478" y="2262"/>
                  </a:cubicBezTo>
                  <a:cubicBezTo>
                    <a:pt x="478" y="1566"/>
                    <a:pt x="565" y="1088"/>
                    <a:pt x="739" y="783"/>
                  </a:cubicBezTo>
                  <a:cubicBezTo>
                    <a:pt x="913" y="479"/>
                    <a:pt x="1131" y="348"/>
                    <a:pt x="1435" y="348"/>
                  </a:cubicBezTo>
                  <a:lnTo>
                    <a:pt x="1392" y="305"/>
                  </a:lnTo>
                  <a:close/>
                  <a:moveTo>
                    <a:pt x="2195" y="960"/>
                  </a:moveTo>
                  <a:lnTo>
                    <a:pt x="2195" y="960"/>
                  </a:lnTo>
                  <a:cubicBezTo>
                    <a:pt x="2218" y="1026"/>
                    <a:pt x="2240" y="1098"/>
                    <a:pt x="2262" y="1175"/>
                  </a:cubicBezTo>
                  <a:cubicBezTo>
                    <a:pt x="2305" y="1435"/>
                    <a:pt x="2349" y="1783"/>
                    <a:pt x="2349" y="2262"/>
                  </a:cubicBezTo>
                  <a:cubicBezTo>
                    <a:pt x="2349" y="2697"/>
                    <a:pt x="2305" y="3045"/>
                    <a:pt x="2262" y="3349"/>
                  </a:cubicBezTo>
                  <a:cubicBezTo>
                    <a:pt x="2175" y="3610"/>
                    <a:pt x="2044" y="3828"/>
                    <a:pt x="1914" y="3958"/>
                  </a:cubicBezTo>
                  <a:cubicBezTo>
                    <a:pt x="1783" y="4089"/>
                    <a:pt x="1609" y="4176"/>
                    <a:pt x="1392" y="4176"/>
                  </a:cubicBezTo>
                  <a:cubicBezTo>
                    <a:pt x="1261" y="4176"/>
                    <a:pt x="1131" y="4132"/>
                    <a:pt x="1000" y="4045"/>
                  </a:cubicBezTo>
                  <a:cubicBezTo>
                    <a:pt x="910" y="3985"/>
                    <a:pt x="841" y="3925"/>
                    <a:pt x="778" y="3836"/>
                  </a:cubicBezTo>
                  <a:lnTo>
                    <a:pt x="778" y="3836"/>
                  </a:lnTo>
                  <a:lnTo>
                    <a:pt x="2195" y="960"/>
                  </a:lnTo>
                  <a:close/>
                  <a:moveTo>
                    <a:pt x="1435" y="0"/>
                  </a:moveTo>
                  <a:cubicBezTo>
                    <a:pt x="957" y="0"/>
                    <a:pt x="609" y="174"/>
                    <a:pt x="391" y="566"/>
                  </a:cubicBezTo>
                  <a:cubicBezTo>
                    <a:pt x="130" y="957"/>
                    <a:pt x="0" y="1522"/>
                    <a:pt x="0" y="2262"/>
                  </a:cubicBezTo>
                  <a:cubicBezTo>
                    <a:pt x="0" y="2958"/>
                    <a:pt x="130" y="3523"/>
                    <a:pt x="391" y="3915"/>
                  </a:cubicBezTo>
                  <a:cubicBezTo>
                    <a:pt x="609" y="4306"/>
                    <a:pt x="957" y="4523"/>
                    <a:pt x="1435" y="4523"/>
                  </a:cubicBezTo>
                  <a:cubicBezTo>
                    <a:pt x="1870" y="4523"/>
                    <a:pt x="2218" y="4306"/>
                    <a:pt x="2436" y="3915"/>
                  </a:cubicBezTo>
                  <a:cubicBezTo>
                    <a:pt x="2697" y="3523"/>
                    <a:pt x="2827" y="2958"/>
                    <a:pt x="2827" y="2262"/>
                  </a:cubicBezTo>
                  <a:cubicBezTo>
                    <a:pt x="2827" y="1522"/>
                    <a:pt x="2697" y="957"/>
                    <a:pt x="2436" y="566"/>
                  </a:cubicBezTo>
                  <a:cubicBezTo>
                    <a:pt x="2218" y="174"/>
                    <a:pt x="1870" y="0"/>
                    <a:pt x="1435" y="0"/>
                  </a:cubicBezTo>
                  <a:close/>
                </a:path>
              </a:pathLst>
            </a:custGeom>
            <a:solidFill>
              <a:srgbClr val="FFFB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15"/>
            <p:cNvSpPr/>
            <p:nvPr/>
          </p:nvSpPr>
          <p:spPr>
            <a:xfrm>
              <a:off x="5181625" y="2508450"/>
              <a:ext cx="87025" cy="109850"/>
            </a:xfrm>
            <a:custGeom>
              <a:rect b="b" l="l" r="r" t="t"/>
              <a:pathLst>
                <a:path extrusionOk="0" h="4394" w="3481">
                  <a:moveTo>
                    <a:pt x="1741" y="392"/>
                  </a:moveTo>
                  <a:lnTo>
                    <a:pt x="2524" y="2871"/>
                  </a:lnTo>
                  <a:lnTo>
                    <a:pt x="914" y="2871"/>
                  </a:lnTo>
                  <a:lnTo>
                    <a:pt x="1741" y="392"/>
                  </a:lnTo>
                  <a:close/>
                  <a:moveTo>
                    <a:pt x="1480" y="1"/>
                  </a:moveTo>
                  <a:lnTo>
                    <a:pt x="1" y="4394"/>
                  </a:lnTo>
                  <a:lnTo>
                    <a:pt x="392" y="4394"/>
                  </a:lnTo>
                  <a:lnTo>
                    <a:pt x="784" y="3219"/>
                  </a:lnTo>
                  <a:lnTo>
                    <a:pt x="2654" y="3219"/>
                  </a:lnTo>
                  <a:lnTo>
                    <a:pt x="3045" y="4394"/>
                  </a:lnTo>
                  <a:lnTo>
                    <a:pt x="3480" y="4394"/>
                  </a:lnTo>
                  <a:lnTo>
                    <a:pt x="2002" y="1"/>
                  </a:lnTo>
                  <a:close/>
                </a:path>
              </a:pathLst>
            </a:custGeom>
            <a:solidFill>
              <a:srgbClr val="FFFB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15"/>
            <p:cNvSpPr/>
            <p:nvPr/>
          </p:nvSpPr>
          <p:spPr>
            <a:xfrm>
              <a:off x="5290375" y="2508450"/>
              <a:ext cx="67425" cy="109850"/>
            </a:xfrm>
            <a:custGeom>
              <a:rect b="b" l="l" r="r" t="t"/>
              <a:pathLst>
                <a:path extrusionOk="0" h="4394" w="2697">
                  <a:moveTo>
                    <a:pt x="1175" y="349"/>
                  </a:moveTo>
                  <a:cubicBezTo>
                    <a:pt x="1436" y="349"/>
                    <a:pt x="1653" y="392"/>
                    <a:pt x="1827" y="523"/>
                  </a:cubicBezTo>
                  <a:cubicBezTo>
                    <a:pt x="1997" y="650"/>
                    <a:pt x="2084" y="819"/>
                    <a:pt x="2088" y="1110"/>
                  </a:cubicBezTo>
                  <a:lnTo>
                    <a:pt x="2088" y="1110"/>
                  </a:lnTo>
                  <a:cubicBezTo>
                    <a:pt x="2084" y="1403"/>
                    <a:pt x="1998" y="1612"/>
                    <a:pt x="1870" y="1697"/>
                  </a:cubicBezTo>
                  <a:cubicBezTo>
                    <a:pt x="1696" y="1827"/>
                    <a:pt x="1523" y="1914"/>
                    <a:pt x="1218" y="1914"/>
                  </a:cubicBezTo>
                  <a:lnTo>
                    <a:pt x="392" y="1914"/>
                  </a:lnTo>
                  <a:lnTo>
                    <a:pt x="392" y="349"/>
                  </a:lnTo>
                  <a:close/>
                  <a:moveTo>
                    <a:pt x="1262" y="2306"/>
                  </a:moveTo>
                  <a:cubicBezTo>
                    <a:pt x="1436" y="2306"/>
                    <a:pt x="1609" y="2306"/>
                    <a:pt x="1740" y="2349"/>
                  </a:cubicBezTo>
                  <a:cubicBezTo>
                    <a:pt x="1914" y="2436"/>
                    <a:pt x="2044" y="2523"/>
                    <a:pt x="2131" y="2654"/>
                  </a:cubicBezTo>
                  <a:cubicBezTo>
                    <a:pt x="2218" y="2784"/>
                    <a:pt x="2262" y="2958"/>
                    <a:pt x="2262" y="3176"/>
                  </a:cubicBezTo>
                  <a:lnTo>
                    <a:pt x="2262" y="3219"/>
                  </a:lnTo>
                  <a:cubicBezTo>
                    <a:pt x="2262" y="3393"/>
                    <a:pt x="2218" y="3524"/>
                    <a:pt x="2175" y="3611"/>
                  </a:cubicBezTo>
                  <a:cubicBezTo>
                    <a:pt x="2088" y="3741"/>
                    <a:pt x="2001" y="3828"/>
                    <a:pt x="1914" y="3872"/>
                  </a:cubicBezTo>
                  <a:cubicBezTo>
                    <a:pt x="1827" y="3959"/>
                    <a:pt x="1696" y="4002"/>
                    <a:pt x="1566" y="4002"/>
                  </a:cubicBezTo>
                  <a:cubicBezTo>
                    <a:pt x="1479" y="4046"/>
                    <a:pt x="1349" y="4046"/>
                    <a:pt x="1262" y="4046"/>
                  </a:cubicBezTo>
                  <a:lnTo>
                    <a:pt x="392" y="4046"/>
                  </a:lnTo>
                  <a:lnTo>
                    <a:pt x="392" y="2306"/>
                  </a:lnTo>
                  <a:close/>
                  <a:moveTo>
                    <a:pt x="0" y="1"/>
                  </a:moveTo>
                  <a:lnTo>
                    <a:pt x="0" y="4394"/>
                  </a:lnTo>
                  <a:lnTo>
                    <a:pt x="1088" y="4394"/>
                  </a:lnTo>
                  <a:cubicBezTo>
                    <a:pt x="1305" y="4394"/>
                    <a:pt x="1479" y="4394"/>
                    <a:pt x="1653" y="4350"/>
                  </a:cubicBezTo>
                  <a:cubicBezTo>
                    <a:pt x="1870" y="4307"/>
                    <a:pt x="2044" y="4220"/>
                    <a:pt x="2175" y="4133"/>
                  </a:cubicBezTo>
                  <a:cubicBezTo>
                    <a:pt x="2349" y="4046"/>
                    <a:pt x="2479" y="3915"/>
                    <a:pt x="2566" y="3741"/>
                  </a:cubicBezTo>
                  <a:cubicBezTo>
                    <a:pt x="2653" y="3611"/>
                    <a:pt x="2697" y="3393"/>
                    <a:pt x="2697" y="3176"/>
                  </a:cubicBezTo>
                  <a:cubicBezTo>
                    <a:pt x="2697" y="2915"/>
                    <a:pt x="2653" y="2697"/>
                    <a:pt x="2566" y="2567"/>
                  </a:cubicBezTo>
                  <a:cubicBezTo>
                    <a:pt x="2436" y="2393"/>
                    <a:pt x="2305" y="2306"/>
                    <a:pt x="2175" y="2219"/>
                  </a:cubicBezTo>
                  <a:cubicBezTo>
                    <a:pt x="2001" y="2132"/>
                    <a:pt x="1870" y="2088"/>
                    <a:pt x="1696" y="2088"/>
                  </a:cubicBezTo>
                  <a:cubicBezTo>
                    <a:pt x="1827" y="2045"/>
                    <a:pt x="1957" y="2001"/>
                    <a:pt x="2088" y="1914"/>
                  </a:cubicBezTo>
                  <a:cubicBezTo>
                    <a:pt x="2218" y="1827"/>
                    <a:pt x="2305" y="1740"/>
                    <a:pt x="2392" y="1610"/>
                  </a:cubicBezTo>
                  <a:cubicBezTo>
                    <a:pt x="2479" y="1479"/>
                    <a:pt x="2523" y="1305"/>
                    <a:pt x="2523" y="1088"/>
                  </a:cubicBezTo>
                  <a:cubicBezTo>
                    <a:pt x="2523" y="871"/>
                    <a:pt x="2479" y="697"/>
                    <a:pt x="2392" y="566"/>
                  </a:cubicBezTo>
                  <a:cubicBezTo>
                    <a:pt x="2305" y="436"/>
                    <a:pt x="2175" y="305"/>
                    <a:pt x="2044" y="218"/>
                  </a:cubicBezTo>
                  <a:cubicBezTo>
                    <a:pt x="1870" y="131"/>
                    <a:pt x="1696" y="88"/>
                    <a:pt x="1523" y="44"/>
                  </a:cubicBezTo>
                  <a:cubicBezTo>
                    <a:pt x="1349" y="1"/>
                    <a:pt x="1175" y="1"/>
                    <a:pt x="1001" y="1"/>
                  </a:cubicBezTo>
                  <a:close/>
                </a:path>
              </a:pathLst>
            </a:custGeom>
            <a:solidFill>
              <a:srgbClr val="FFFB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15"/>
            <p:cNvSpPr/>
            <p:nvPr/>
          </p:nvSpPr>
          <p:spPr>
            <a:xfrm>
              <a:off x="5381700" y="2507375"/>
              <a:ext cx="70700" cy="110925"/>
            </a:xfrm>
            <a:custGeom>
              <a:rect b="b" l="l" r="r" t="t"/>
              <a:pathLst>
                <a:path extrusionOk="0" h="4437" w="2828">
                  <a:moveTo>
                    <a:pt x="1349" y="0"/>
                  </a:moveTo>
                  <a:lnTo>
                    <a:pt x="1" y="3045"/>
                  </a:lnTo>
                  <a:lnTo>
                    <a:pt x="1" y="3349"/>
                  </a:lnTo>
                  <a:lnTo>
                    <a:pt x="1871" y="3349"/>
                  </a:lnTo>
                  <a:lnTo>
                    <a:pt x="1871" y="4437"/>
                  </a:lnTo>
                  <a:lnTo>
                    <a:pt x="2219" y="4437"/>
                  </a:lnTo>
                  <a:lnTo>
                    <a:pt x="2219" y="3349"/>
                  </a:lnTo>
                  <a:lnTo>
                    <a:pt x="2828" y="3349"/>
                  </a:lnTo>
                  <a:lnTo>
                    <a:pt x="2828" y="3001"/>
                  </a:lnTo>
                  <a:lnTo>
                    <a:pt x="2219" y="3001"/>
                  </a:lnTo>
                  <a:lnTo>
                    <a:pt x="2219" y="1696"/>
                  </a:lnTo>
                  <a:lnTo>
                    <a:pt x="1914" y="1696"/>
                  </a:lnTo>
                  <a:lnTo>
                    <a:pt x="1874" y="3001"/>
                  </a:lnTo>
                  <a:lnTo>
                    <a:pt x="436" y="3001"/>
                  </a:lnTo>
                  <a:lnTo>
                    <a:pt x="1653" y="131"/>
                  </a:lnTo>
                  <a:lnTo>
                    <a:pt x="1349" y="0"/>
                  </a:lnTo>
                  <a:close/>
                </a:path>
              </a:pathLst>
            </a:custGeom>
            <a:solidFill>
              <a:srgbClr val="FFFB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15"/>
            <p:cNvSpPr/>
            <p:nvPr/>
          </p:nvSpPr>
          <p:spPr>
            <a:xfrm>
              <a:off x="5469775" y="2508450"/>
              <a:ext cx="87025" cy="109850"/>
            </a:xfrm>
            <a:custGeom>
              <a:rect b="b" l="l" r="r" t="t"/>
              <a:pathLst>
                <a:path extrusionOk="0" h="4394" w="3481">
                  <a:moveTo>
                    <a:pt x="1740" y="392"/>
                  </a:moveTo>
                  <a:lnTo>
                    <a:pt x="2523" y="2871"/>
                  </a:lnTo>
                  <a:lnTo>
                    <a:pt x="914" y="2871"/>
                  </a:lnTo>
                  <a:lnTo>
                    <a:pt x="1740" y="392"/>
                  </a:lnTo>
                  <a:close/>
                  <a:moveTo>
                    <a:pt x="1479" y="1"/>
                  </a:moveTo>
                  <a:lnTo>
                    <a:pt x="1" y="4394"/>
                  </a:lnTo>
                  <a:lnTo>
                    <a:pt x="392" y="4394"/>
                  </a:lnTo>
                  <a:lnTo>
                    <a:pt x="783" y="3219"/>
                  </a:lnTo>
                  <a:lnTo>
                    <a:pt x="2654" y="3219"/>
                  </a:lnTo>
                  <a:lnTo>
                    <a:pt x="3045" y="4394"/>
                  </a:lnTo>
                  <a:lnTo>
                    <a:pt x="3480" y="4394"/>
                  </a:lnTo>
                  <a:lnTo>
                    <a:pt x="2001" y="1"/>
                  </a:lnTo>
                  <a:close/>
                </a:path>
              </a:pathLst>
            </a:custGeom>
            <a:solidFill>
              <a:srgbClr val="FFFB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15"/>
            <p:cNvSpPr/>
            <p:nvPr/>
          </p:nvSpPr>
          <p:spPr>
            <a:xfrm>
              <a:off x="6316800" y="2508450"/>
              <a:ext cx="77225" cy="109850"/>
            </a:xfrm>
            <a:custGeom>
              <a:rect b="b" l="l" r="r" t="t"/>
              <a:pathLst>
                <a:path extrusionOk="0" h="4394" w="3089">
                  <a:moveTo>
                    <a:pt x="2175" y="1479"/>
                  </a:moveTo>
                  <a:lnTo>
                    <a:pt x="1958" y="2915"/>
                  </a:lnTo>
                  <a:lnTo>
                    <a:pt x="958" y="2915"/>
                  </a:lnTo>
                  <a:lnTo>
                    <a:pt x="1131" y="1479"/>
                  </a:lnTo>
                  <a:close/>
                  <a:moveTo>
                    <a:pt x="1001" y="1"/>
                  </a:moveTo>
                  <a:lnTo>
                    <a:pt x="827" y="1132"/>
                  </a:lnTo>
                  <a:lnTo>
                    <a:pt x="218" y="1132"/>
                  </a:lnTo>
                  <a:lnTo>
                    <a:pt x="218" y="1479"/>
                  </a:lnTo>
                  <a:lnTo>
                    <a:pt x="784" y="1479"/>
                  </a:lnTo>
                  <a:lnTo>
                    <a:pt x="610" y="2915"/>
                  </a:lnTo>
                  <a:lnTo>
                    <a:pt x="1" y="2915"/>
                  </a:lnTo>
                  <a:lnTo>
                    <a:pt x="1" y="3263"/>
                  </a:lnTo>
                  <a:lnTo>
                    <a:pt x="566" y="3263"/>
                  </a:lnTo>
                  <a:lnTo>
                    <a:pt x="392" y="4394"/>
                  </a:lnTo>
                  <a:lnTo>
                    <a:pt x="740" y="4394"/>
                  </a:lnTo>
                  <a:lnTo>
                    <a:pt x="871" y="3263"/>
                  </a:lnTo>
                  <a:lnTo>
                    <a:pt x="1914" y="3263"/>
                  </a:lnTo>
                  <a:lnTo>
                    <a:pt x="1784" y="4394"/>
                  </a:lnTo>
                  <a:lnTo>
                    <a:pt x="2132" y="4394"/>
                  </a:lnTo>
                  <a:lnTo>
                    <a:pt x="2262" y="3263"/>
                  </a:lnTo>
                  <a:lnTo>
                    <a:pt x="2871" y="3263"/>
                  </a:lnTo>
                  <a:lnTo>
                    <a:pt x="2871" y="2915"/>
                  </a:lnTo>
                  <a:lnTo>
                    <a:pt x="2306" y="2915"/>
                  </a:lnTo>
                  <a:lnTo>
                    <a:pt x="2523" y="1479"/>
                  </a:lnTo>
                  <a:lnTo>
                    <a:pt x="3089" y="1479"/>
                  </a:lnTo>
                  <a:lnTo>
                    <a:pt x="3089" y="1132"/>
                  </a:lnTo>
                  <a:lnTo>
                    <a:pt x="2567" y="1132"/>
                  </a:lnTo>
                  <a:lnTo>
                    <a:pt x="2697" y="1"/>
                  </a:lnTo>
                  <a:lnTo>
                    <a:pt x="2349" y="1"/>
                  </a:lnTo>
                  <a:lnTo>
                    <a:pt x="2219" y="1132"/>
                  </a:lnTo>
                  <a:lnTo>
                    <a:pt x="1175" y="1132"/>
                  </a:lnTo>
                  <a:lnTo>
                    <a:pt x="1349" y="1"/>
                  </a:lnTo>
                  <a:close/>
                </a:path>
              </a:pathLst>
            </a:custGeom>
            <a:solidFill>
              <a:srgbClr val="FFFB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15"/>
            <p:cNvSpPr/>
            <p:nvPr/>
          </p:nvSpPr>
          <p:spPr>
            <a:xfrm>
              <a:off x="6413575" y="2506275"/>
              <a:ext cx="69625" cy="114200"/>
            </a:xfrm>
            <a:custGeom>
              <a:rect b="b" l="l" r="r" t="t"/>
              <a:pathLst>
                <a:path extrusionOk="0" h="4568" w="2785">
                  <a:moveTo>
                    <a:pt x="1305" y="1"/>
                  </a:moveTo>
                  <a:cubicBezTo>
                    <a:pt x="1131" y="1"/>
                    <a:pt x="914" y="44"/>
                    <a:pt x="740" y="131"/>
                  </a:cubicBezTo>
                  <a:cubicBezTo>
                    <a:pt x="522" y="218"/>
                    <a:pt x="348" y="349"/>
                    <a:pt x="131" y="479"/>
                  </a:cubicBezTo>
                  <a:lnTo>
                    <a:pt x="392" y="784"/>
                  </a:lnTo>
                  <a:cubicBezTo>
                    <a:pt x="522" y="610"/>
                    <a:pt x="696" y="523"/>
                    <a:pt x="827" y="436"/>
                  </a:cubicBezTo>
                  <a:cubicBezTo>
                    <a:pt x="957" y="392"/>
                    <a:pt x="1131" y="349"/>
                    <a:pt x="1305" y="349"/>
                  </a:cubicBezTo>
                  <a:cubicBezTo>
                    <a:pt x="1566" y="349"/>
                    <a:pt x="1784" y="436"/>
                    <a:pt x="1958" y="566"/>
                  </a:cubicBezTo>
                  <a:cubicBezTo>
                    <a:pt x="2132" y="697"/>
                    <a:pt x="2219" y="914"/>
                    <a:pt x="2219" y="1175"/>
                  </a:cubicBezTo>
                  <a:cubicBezTo>
                    <a:pt x="2219" y="1349"/>
                    <a:pt x="2175" y="1523"/>
                    <a:pt x="2088" y="1653"/>
                  </a:cubicBezTo>
                  <a:cubicBezTo>
                    <a:pt x="2001" y="1740"/>
                    <a:pt x="1871" y="1827"/>
                    <a:pt x="1740" y="1914"/>
                  </a:cubicBezTo>
                  <a:cubicBezTo>
                    <a:pt x="1610" y="1958"/>
                    <a:pt x="1479" y="2001"/>
                    <a:pt x="1349" y="2001"/>
                  </a:cubicBezTo>
                  <a:lnTo>
                    <a:pt x="1088" y="2001"/>
                  </a:lnTo>
                  <a:lnTo>
                    <a:pt x="1044" y="2349"/>
                  </a:lnTo>
                  <a:lnTo>
                    <a:pt x="1392" y="2349"/>
                  </a:lnTo>
                  <a:cubicBezTo>
                    <a:pt x="1566" y="2349"/>
                    <a:pt x="1740" y="2349"/>
                    <a:pt x="1871" y="2436"/>
                  </a:cubicBezTo>
                  <a:cubicBezTo>
                    <a:pt x="2001" y="2480"/>
                    <a:pt x="2132" y="2567"/>
                    <a:pt x="2219" y="2697"/>
                  </a:cubicBezTo>
                  <a:cubicBezTo>
                    <a:pt x="2306" y="2828"/>
                    <a:pt x="2349" y="3002"/>
                    <a:pt x="2349" y="3219"/>
                  </a:cubicBezTo>
                  <a:cubicBezTo>
                    <a:pt x="2349" y="3524"/>
                    <a:pt x="2262" y="3785"/>
                    <a:pt x="2088" y="3959"/>
                  </a:cubicBezTo>
                  <a:cubicBezTo>
                    <a:pt x="1871" y="4133"/>
                    <a:pt x="1653" y="4220"/>
                    <a:pt x="1305" y="4220"/>
                  </a:cubicBezTo>
                  <a:cubicBezTo>
                    <a:pt x="1131" y="4220"/>
                    <a:pt x="957" y="4176"/>
                    <a:pt x="740" y="4089"/>
                  </a:cubicBezTo>
                  <a:cubicBezTo>
                    <a:pt x="566" y="4002"/>
                    <a:pt x="435" y="3915"/>
                    <a:pt x="305" y="3741"/>
                  </a:cubicBezTo>
                  <a:lnTo>
                    <a:pt x="1" y="4002"/>
                  </a:lnTo>
                  <a:cubicBezTo>
                    <a:pt x="175" y="4176"/>
                    <a:pt x="348" y="4350"/>
                    <a:pt x="609" y="4437"/>
                  </a:cubicBezTo>
                  <a:cubicBezTo>
                    <a:pt x="827" y="4524"/>
                    <a:pt x="1088" y="4567"/>
                    <a:pt x="1305" y="4567"/>
                  </a:cubicBezTo>
                  <a:cubicBezTo>
                    <a:pt x="1566" y="4567"/>
                    <a:pt x="1827" y="4481"/>
                    <a:pt x="2045" y="4394"/>
                  </a:cubicBezTo>
                  <a:cubicBezTo>
                    <a:pt x="2262" y="4263"/>
                    <a:pt x="2436" y="4089"/>
                    <a:pt x="2567" y="3915"/>
                  </a:cubicBezTo>
                  <a:cubicBezTo>
                    <a:pt x="2697" y="3698"/>
                    <a:pt x="2784" y="3480"/>
                    <a:pt x="2784" y="3219"/>
                  </a:cubicBezTo>
                  <a:cubicBezTo>
                    <a:pt x="2784" y="3002"/>
                    <a:pt x="2697" y="2784"/>
                    <a:pt x="2610" y="2654"/>
                  </a:cubicBezTo>
                  <a:cubicBezTo>
                    <a:pt x="2523" y="2480"/>
                    <a:pt x="2393" y="2349"/>
                    <a:pt x="2262" y="2262"/>
                  </a:cubicBezTo>
                  <a:cubicBezTo>
                    <a:pt x="2088" y="2175"/>
                    <a:pt x="1958" y="2132"/>
                    <a:pt x="1784" y="2132"/>
                  </a:cubicBezTo>
                  <a:cubicBezTo>
                    <a:pt x="1914" y="2132"/>
                    <a:pt x="2045" y="2045"/>
                    <a:pt x="2175" y="1958"/>
                  </a:cubicBezTo>
                  <a:cubicBezTo>
                    <a:pt x="2306" y="1871"/>
                    <a:pt x="2436" y="1740"/>
                    <a:pt x="2523" y="1610"/>
                  </a:cubicBezTo>
                  <a:cubicBezTo>
                    <a:pt x="2610" y="1436"/>
                    <a:pt x="2610" y="1306"/>
                    <a:pt x="2610" y="1132"/>
                  </a:cubicBezTo>
                  <a:cubicBezTo>
                    <a:pt x="2610" y="914"/>
                    <a:pt x="2567" y="740"/>
                    <a:pt x="2480" y="566"/>
                  </a:cubicBezTo>
                  <a:cubicBezTo>
                    <a:pt x="2349" y="392"/>
                    <a:pt x="2219" y="262"/>
                    <a:pt x="2001" y="175"/>
                  </a:cubicBezTo>
                  <a:cubicBezTo>
                    <a:pt x="1827" y="88"/>
                    <a:pt x="1566" y="44"/>
                    <a:pt x="1305" y="44"/>
                  </a:cubicBezTo>
                  <a:lnTo>
                    <a:pt x="1305" y="1"/>
                  </a:lnTo>
                  <a:close/>
                </a:path>
              </a:pathLst>
            </a:custGeom>
            <a:solidFill>
              <a:srgbClr val="FFFB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15"/>
            <p:cNvSpPr/>
            <p:nvPr/>
          </p:nvSpPr>
          <p:spPr>
            <a:xfrm>
              <a:off x="6513600" y="2507375"/>
              <a:ext cx="68525" cy="113100"/>
            </a:xfrm>
            <a:custGeom>
              <a:rect b="b" l="l" r="r" t="t"/>
              <a:pathLst>
                <a:path extrusionOk="0" h="4524" w="2741">
                  <a:moveTo>
                    <a:pt x="1480" y="1957"/>
                  </a:moveTo>
                  <a:cubicBezTo>
                    <a:pt x="1654" y="1957"/>
                    <a:pt x="1784" y="2001"/>
                    <a:pt x="1915" y="2044"/>
                  </a:cubicBezTo>
                  <a:cubicBezTo>
                    <a:pt x="2045" y="2131"/>
                    <a:pt x="2176" y="2218"/>
                    <a:pt x="2219" y="2349"/>
                  </a:cubicBezTo>
                  <a:cubicBezTo>
                    <a:pt x="2306" y="2523"/>
                    <a:pt x="2350" y="2697"/>
                    <a:pt x="2350" y="2958"/>
                  </a:cubicBezTo>
                  <a:cubicBezTo>
                    <a:pt x="2350" y="3349"/>
                    <a:pt x="2263" y="3654"/>
                    <a:pt x="2089" y="3828"/>
                  </a:cubicBezTo>
                  <a:cubicBezTo>
                    <a:pt x="1958" y="4045"/>
                    <a:pt x="1741" y="4176"/>
                    <a:pt x="1436" y="4176"/>
                  </a:cubicBezTo>
                  <a:cubicBezTo>
                    <a:pt x="1045" y="4176"/>
                    <a:pt x="827" y="4045"/>
                    <a:pt x="653" y="3784"/>
                  </a:cubicBezTo>
                  <a:cubicBezTo>
                    <a:pt x="494" y="3546"/>
                    <a:pt x="408" y="3198"/>
                    <a:pt x="394" y="2708"/>
                  </a:cubicBezTo>
                  <a:lnTo>
                    <a:pt x="394" y="2708"/>
                  </a:lnTo>
                  <a:cubicBezTo>
                    <a:pt x="510" y="2517"/>
                    <a:pt x="630" y="2334"/>
                    <a:pt x="784" y="2218"/>
                  </a:cubicBezTo>
                  <a:cubicBezTo>
                    <a:pt x="1001" y="2044"/>
                    <a:pt x="1219" y="1957"/>
                    <a:pt x="1480" y="1957"/>
                  </a:cubicBezTo>
                  <a:close/>
                  <a:moveTo>
                    <a:pt x="1567" y="0"/>
                  </a:moveTo>
                  <a:cubicBezTo>
                    <a:pt x="1262" y="0"/>
                    <a:pt x="958" y="87"/>
                    <a:pt x="740" y="261"/>
                  </a:cubicBezTo>
                  <a:cubicBezTo>
                    <a:pt x="523" y="479"/>
                    <a:pt x="305" y="740"/>
                    <a:pt x="218" y="1088"/>
                  </a:cubicBezTo>
                  <a:cubicBezTo>
                    <a:pt x="88" y="1435"/>
                    <a:pt x="1" y="1870"/>
                    <a:pt x="1" y="2349"/>
                  </a:cubicBezTo>
                  <a:cubicBezTo>
                    <a:pt x="1" y="2697"/>
                    <a:pt x="44" y="3001"/>
                    <a:pt x="88" y="3262"/>
                  </a:cubicBezTo>
                  <a:cubicBezTo>
                    <a:pt x="131" y="3523"/>
                    <a:pt x="218" y="3741"/>
                    <a:pt x="349" y="3958"/>
                  </a:cubicBezTo>
                  <a:cubicBezTo>
                    <a:pt x="436" y="4132"/>
                    <a:pt x="566" y="4263"/>
                    <a:pt x="784" y="4350"/>
                  </a:cubicBezTo>
                  <a:cubicBezTo>
                    <a:pt x="958" y="4480"/>
                    <a:pt x="1175" y="4523"/>
                    <a:pt x="1436" y="4523"/>
                  </a:cubicBezTo>
                  <a:cubicBezTo>
                    <a:pt x="1654" y="4523"/>
                    <a:pt x="1871" y="4437"/>
                    <a:pt x="2089" y="4350"/>
                  </a:cubicBezTo>
                  <a:cubicBezTo>
                    <a:pt x="2263" y="4219"/>
                    <a:pt x="2437" y="4045"/>
                    <a:pt x="2567" y="3828"/>
                  </a:cubicBezTo>
                  <a:cubicBezTo>
                    <a:pt x="2697" y="3567"/>
                    <a:pt x="2741" y="3306"/>
                    <a:pt x="2741" y="2958"/>
                  </a:cubicBezTo>
                  <a:cubicBezTo>
                    <a:pt x="2741" y="2653"/>
                    <a:pt x="2697" y="2392"/>
                    <a:pt x="2567" y="2175"/>
                  </a:cubicBezTo>
                  <a:cubicBezTo>
                    <a:pt x="2480" y="2001"/>
                    <a:pt x="2306" y="1827"/>
                    <a:pt x="2132" y="1740"/>
                  </a:cubicBezTo>
                  <a:cubicBezTo>
                    <a:pt x="1958" y="1653"/>
                    <a:pt x="1741" y="1609"/>
                    <a:pt x="1523" y="1609"/>
                  </a:cubicBezTo>
                  <a:cubicBezTo>
                    <a:pt x="1262" y="1609"/>
                    <a:pt x="1045" y="1653"/>
                    <a:pt x="827" y="1783"/>
                  </a:cubicBezTo>
                  <a:cubicBezTo>
                    <a:pt x="673" y="1899"/>
                    <a:pt x="518" y="2050"/>
                    <a:pt x="394" y="2265"/>
                  </a:cubicBezTo>
                  <a:lnTo>
                    <a:pt x="394" y="2265"/>
                  </a:lnTo>
                  <a:cubicBezTo>
                    <a:pt x="401" y="1889"/>
                    <a:pt x="444" y="1579"/>
                    <a:pt x="523" y="1305"/>
                  </a:cubicBezTo>
                  <a:cubicBezTo>
                    <a:pt x="610" y="1001"/>
                    <a:pt x="740" y="740"/>
                    <a:pt x="914" y="609"/>
                  </a:cubicBezTo>
                  <a:cubicBezTo>
                    <a:pt x="1088" y="435"/>
                    <a:pt x="1306" y="348"/>
                    <a:pt x="1567" y="348"/>
                  </a:cubicBezTo>
                  <a:cubicBezTo>
                    <a:pt x="1697" y="348"/>
                    <a:pt x="1828" y="348"/>
                    <a:pt x="1915" y="392"/>
                  </a:cubicBezTo>
                  <a:cubicBezTo>
                    <a:pt x="2045" y="435"/>
                    <a:pt x="2132" y="479"/>
                    <a:pt x="2263" y="522"/>
                  </a:cubicBezTo>
                  <a:lnTo>
                    <a:pt x="2437" y="218"/>
                  </a:lnTo>
                  <a:cubicBezTo>
                    <a:pt x="2306" y="131"/>
                    <a:pt x="2176" y="87"/>
                    <a:pt x="2045" y="44"/>
                  </a:cubicBezTo>
                  <a:cubicBezTo>
                    <a:pt x="1871" y="0"/>
                    <a:pt x="1741" y="0"/>
                    <a:pt x="1567" y="0"/>
                  </a:cubicBezTo>
                  <a:close/>
                </a:path>
              </a:pathLst>
            </a:custGeom>
            <a:solidFill>
              <a:srgbClr val="FFFB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15"/>
            <p:cNvSpPr/>
            <p:nvPr/>
          </p:nvSpPr>
          <p:spPr>
            <a:xfrm>
              <a:off x="6609300" y="2507375"/>
              <a:ext cx="70700" cy="110925"/>
            </a:xfrm>
            <a:custGeom>
              <a:rect b="b" l="l" r="r" t="t"/>
              <a:pathLst>
                <a:path extrusionOk="0" h="4437" w="2828">
                  <a:moveTo>
                    <a:pt x="1305" y="0"/>
                  </a:moveTo>
                  <a:lnTo>
                    <a:pt x="0" y="3045"/>
                  </a:lnTo>
                  <a:lnTo>
                    <a:pt x="0" y="3349"/>
                  </a:lnTo>
                  <a:lnTo>
                    <a:pt x="1827" y="3349"/>
                  </a:lnTo>
                  <a:lnTo>
                    <a:pt x="1827" y="4437"/>
                  </a:lnTo>
                  <a:lnTo>
                    <a:pt x="2218" y="4437"/>
                  </a:lnTo>
                  <a:lnTo>
                    <a:pt x="2218" y="3349"/>
                  </a:lnTo>
                  <a:lnTo>
                    <a:pt x="2827" y="3349"/>
                  </a:lnTo>
                  <a:lnTo>
                    <a:pt x="2827" y="3001"/>
                  </a:lnTo>
                  <a:lnTo>
                    <a:pt x="2218" y="3001"/>
                  </a:lnTo>
                  <a:lnTo>
                    <a:pt x="2218" y="1696"/>
                  </a:lnTo>
                  <a:lnTo>
                    <a:pt x="1871" y="1696"/>
                  </a:lnTo>
                  <a:lnTo>
                    <a:pt x="1830" y="3001"/>
                  </a:lnTo>
                  <a:lnTo>
                    <a:pt x="392" y="3001"/>
                  </a:lnTo>
                  <a:lnTo>
                    <a:pt x="1610" y="131"/>
                  </a:lnTo>
                  <a:lnTo>
                    <a:pt x="1305" y="0"/>
                  </a:lnTo>
                  <a:close/>
                </a:path>
              </a:pathLst>
            </a:custGeom>
            <a:solidFill>
              <a:srgbClr val="FFFB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5"/>
            <p:cNvSpPr/>
            <p:nvPr/>
          </p:nvSpPr>
          <p:spPr>
            <a:xfrm>
              <a:off x="6703900" y="2507375"/>
              <a:ext cx="68525" cy="114175"/>
            </a:xfrm>
            <a:custGeom>
              <a:rect b="b" l="l" r="r" t="t"/>
              <a:pathLst>
                <a:path extrusionOk="0" h="4567" w="2741">
                  <a:moveTo>
                    <a:pt x="1392" y="348"/>
                  </a:moveTo>
                  <a:cubicBezTo>
                    <a:pt x="1609" y="348"/>
                    <a:pt x="1783" y="392"/>
                    <a:pt x="1914" y="479"/>
                  </a:cubicBezTo>
                  <a:cubicBezTo>
                    <a:pt x="2044" y="566"/>
                    <a:pt x="2175" y="740"/>
                    <a:pt x="2218" y="957"/>
                  </a:cubicBezTo>
                  <a:cubicBezTo>
                    <a:pt x="2297" y="1155"/>
                    <a:pt x="2341" y="1425"/>
                    <a:pt x="2348" y="1767"/>
                  </a:cubicBezTo>
                  <a:lnTo>
                    <a:pt x="2348" y="1767"/>
                  </a:lnTo>
                  <a:cubicBezTo>
                    <a:pt x="2224" y="1952"/>
                    <a:pt x="2069" y="2107"/>
                    <a:pt x="1914" y="2262"/>
                  </a:cubicBezTo>
                  <a:cubicBezTo>
                    <a:pt x="1740" y="2392"/>
                    <a:pt x="1522" y="2436"/>
                    <a:pt x="1305" y="2436"/>
                  </a:cubicBezTo>
                  <a:cubicBezTo>
                    <a:pt x="1001" y="2436"/>
                    <a:pt x="827" y="2392"/>
                    <a:pt x="653" y="2218"/>
                  </a:cubicBezTo>
                  <a:cubicBezTo>
                    <a:pt x="522" y="2044"/>
                    <a:pt x="435" y="1783"/>
                    <a:pt x="435" y="1435"/>
                  </a:cubicBezTo>
                  <a:cubicBezTo>
                    <a:pt x="435" y="1088"/>
                    <a:pt x="522" y="827"/>
                    <a:pt x="653" y="609"/>
                  </a:cubicBezTo>
                  <a:cubicBezTo>
                    <a:pt x="827" y="435"/>
                    <a:pt x="1044" y="348"/>
                    <a:pt x="1392" y="348"/>
                  </a:cubicBezTo>
                  <a:close/>
                  <a:moveTo>
                    <a:pt x="1392" y="0"/>
                  </a:moveTo>
                  <a:cubicBezTo>
                    <a:pt x="1131" y="0"/>
                    <a:pt x="914" y="44"/>
                    <a:pt x="696" y="131"/>
                  </a:cubicBezTo>
                  <a:cubicBezTo>
                    <a:pt x="479" y="261"/>
                    <a:pt x="305" y="392"/>
                    <a:pt x="174" y="609"/>
                  </a:cubicBezTo>
                  <a:cubicBezTo>
                    <a:pt x="44" y="827"/>
                    <a:pt x="0" y="1088"/>
                    <a:pt x="0" y="1392"/>
                  </a:cubicBezTo>
                  <a:cubicBezTo>
                    <a:pt x="0" y="1696"/>
                    <a:pt x="44" y="1957"/>
                    <a:pt x="174" y="2175"/>
                  </a:cubicBezTo>
                  <a:cubicBezTo>
                    <a:pt x="261" y="2349"/>
                    <a:pt x="435" y="2523"/>
                    <a:pt x="609" y="2653"/>
                  </a:cubicBezTo>
                  <a:cubicBezTo>
                    <a:pt x="783" y="2740"/>
                    <a:pt x="1001" y="2784"/>
                    <a:pt x="1261" y="2784"/>
                  </a:cubicBezTo>
                  <a:cubicBezTo>
                    <a:pt x="1522" y="2784"/>
                    <a:pt x="1740" y="2740"/>
                    <a:pt x="1957" y="2610"/>
                  </a:cubicBezTo>
                  <a:cubicBezTo>
                    <a:pt x="2093" y="2508"/>
                    <a:pt x="2202" y="2381"/>
                    <a:pt x="2305" y="2247"/>
                  </a:cubicBezTo>
                  <a:lnTo>
                    <a:pt x="2305" y="2247"/>
                  </a:lnTo>
                  <a:cubicBezTo>
                    <a:pt x="2300" y="2609"/>
                    <a:pt x="2254" y="2930"/>
                    <a:pt x="2131" y="3175"/>
                  </a:cubicBezTo>
                  <a:cubicBezTo>
                    <a:pt x="1957" y="3436"/>
                    <a:pt x="1783" y="3654"/>
                    <a:pt x="1479" y="3828"/>
                  </a:cubicBezTo>
                  <a:cubicBezTo>
                    <a:pt x="1175" y="3958"/>
                    <a:pt x="827" y="4132"/>
                    <a:pt x="392" y="4263"/>
                  </a:cubicBezTo>
                  <a:lnTo>
                    <a:pt x="522" y="4567"/>
                  </a:lnTo>
                  <a:cubicBezTo>
                    <a:pt x="914" y="4437"/>
                    <a:pt x="1261" y="4306"/>
                    <a:pt x="1522" y="4176"/>
                  </a:cubicBezTo>
                  <a:cubicBezTo>
                    <a:pt x="1827" y="4045"/>
                    <a:pt x="2044" y="3871"/>
                    <a:pt x="2218" y="3697"/>
                  </a:cubicBezTo>
                  <a:cubicBezTo>
                    <a:pt x="2392" y="3480"/>
                    <a:pt x="2523" y="3219"/>
                    <a:pt x="2610" y="2958"/>
                  </a:cubicBezTo>
                  <a:cubicBezTo>
                    <a:pt x="2697" y="2653"/>
                    <a:pt x="2740" y="2262"/>
                    <a:pt x="2740" y="1827"/>
                  </a:cubicBezTo>
                  <a:cubicBezTo>
                    <a:pt x="2740" y="1435"/>
                    <a:pt x="2697" y="1088"/>
                    <a:pt x="2610" y="827"/>
                  </a:cubicBezTo>
                  <a:cubicBezTo>
                    <a:pt x="2523" y="566"/>
                    <a:pt x="2349" y="348"/>
                    <a:pt x="2131" y="218"/>
                  </a:cubicBezTo>
                  <a:cubicBezTo>
                    <a:pt x="1957" y="87"/>
                    <a:pt x="1696" y="0"/>
                    <a:pt x="1392" y="0"/>
                  </a:cubicBezTo>
                  <a:close/>
                </a:path>
              </a:pathLst>
            </a:custGeom>
            <a:solidFill>
              <a:srgbClr val="FFFB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15"/>
            <p:cNvSpPr/>
            <p:nvPr/>
          </p:nvSpPr>
          <p:spPr>
            <a:xfrm>
              <a:off x="6805025" y="2508450"/>
              <a:ext cx="64175" cy="109850"/>
            </a:xfrm>
            <a:custGeom>
              <a:rect b="b" l="l" r="r" t="t"/>
              <a:pathLst>
                <a:path extrusionOk="0" h="4394" w="2567">
                  <a:moveTo>
                    <a:pt x="1305" y="1"/>
                  </a:moveTo>
                  <a:lnTo>
                    <a:pt x="0" y="784"/>
                  </a:lnTo>
                  <a:lnTo>
                    <a:pt x="174" y="1088"/>
                  </a:lnTo>
                  <a:lnTo>
                    <a:pt x="1218" y="479"/>
                  </a:lnTo>
                  <a:lnTo>
                    <a:pt x="1218" y="4046"/>
                  </a:lnTo>
                  <a:lnTo>
                    <a:pt x="131" y="4046"/>
                  </a:lnTo>
                  <a:lnTo>
                    <a:pt x="131" y="4394"/>
                  </a:lnTo>
                  <a:lnTo>
                    <a:pt x="2566" y="4394"/>
                  </a:lnTo>
                  <a:lnTo>
                    <a:pt x="2566" y="4046"/>
                  </a:lnTo>
                  <a:lnTo>
                    <a:pt x="1653" y="4046"/>
                  </a:lnTo>
                  <a:lnTo>
                    <a:pt x="1653" y="1"/>
                  </a:lnTo>
                  <a:close/>
                </a:path>
              </a:pathLst>
            </a:custGeom>
            <a:solidFill>
              <a:srgbClr val="FFFB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15"/>
            <p:cNvSpPr/>
            <p:nvPr/>
          </p:nvSpPr>
          <p:spPr>
            <a:xfrm>
              <a:off x="6908300" y="2508450"/>
              <a:ext cx="62000" cy="109850"/>
            </a:xfrm>
            <a:custGeom>
              <a:rect b="b" l="l" r="r" t="t"/>
              <a:pathLst>
                <a:path extrusionOk="0" h="4394" w="2480">
                  <a:moveTo>
                    <a:pt x="1" y="1"/>
                  </a:moveTo>
                  <a:lnTo>
                    <a:pt x="1" y="4394"/>
                  </a:lnTo>
                  <a:lnTo>
                    <a:pt x="392" y="4394"/>
                  </a:lnTo>
                  <a:lnTo>
                    <a:pt x="392" y="2393"/>
                  </a:lnTo>
                  <a:lnTo>
                    <a:pt x="2176" y="2393"/>
                  </a:lnTo>
                  <a:lnTo>
                    <a:pt x="2176" y="2001"/>
                  </a:lnTo>
                  <a:lnTo>
                    <a:pt x="392" y="2001"/>
                  </a:lnTo>
                  <a:lnTo>
                    <a:pt x="392" y="349"/>
                  </a:lnTo>
                  <a:lnTo>
                    <a:pt x="2436" y="349"/>
                  </a:lnTo>
                  <a:lnTo>
                    <a:pt x="2480" y="1"/>
                  </a:lnTo>
                  <a:close/>
                </a:path>
              </a:pathLst>
            </a:custGeom>
            <a:solidFill>
              <a:srgbClr val="FFFB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15"/>
            <p:cNvSpPr/>
            <p:nvPr/>
          </p:nvSpPr>
          <p:spPr>
            <a:xfrm>
              <a:off x="640975" y="2508450"/>
              <a:ext cx="77225" cy="109850"/>
            </a:xfrm>
            <a:custGeom>
              <a:rect b="b" l="l" r="r" t="t"/>
              <a:pathLst>
                <a:path extrusionOk="0" h="4394" w="3089">
                  <a:moveTo>
                    <a:pt x="2131" y="1479"/>
                  </a:moveTo>
                  <a:lnTo>
                    <a:pt x="1957" y="2915"/>
                  </a:lnTo>
                  <a:lnTo>
                    <a:pt x="913" y="2915"/>
                  </a:lnTo>
                  <a:lnTo>
                    <a:pt x="1131" y="1479"/>
                  </a:lnTo>
                  <a:close/>
                  <a:moveTo>
                    <a:pt x="957" y="1"/>
                  </a:moveTo>
                  <a:lnTo>
                    <a:pt x="826" y="1132"/>
                  </a:lnTo>
                  <a:lnTo>
                    <a:pt x="218" y="1132"/>
                  </a:lnTo>
                  <a:lnTo>
                    <a:pt x="218" y="1479"/>
                  </a:lnTo>
                  <a:lnTo>
                    <a:pt x="783" y="1479"/>
                  </a:lnTo>
                  <a:lnTo>
                    <a:pt x="565" y="2915"/>
                  </a:lnTo>
                  <a:lnTo>
                    <a:pt x="0" y="2915"/>
                  </a:lnTo>
                  <a:lnTo>
                    <a:pt x="0" y="3263"/>
                  </a:lnTo>
                  <a:lnTo>
                    <a:pt x="522" y="3263"/>
                  </a:lnTo>
                  <a:lnTo>
                    <a:pt x="392" y="4394"/>
                  </a:lnTo>
                  <a:lnTo>
                    <a:pt x="739" y="4394"/>
                  </a:lnTo>
                  <a:lnTo>
                    <a:pt x="870" y="3263"/>
                  </a:lnTo>
                  <a:lnTo>
                    <a:pt x="1914" y="3263"/>
                  </a:lnTo>
                  <a:lnTo>
                    <a:pt x="1740" y="4394"/>
                  </a:lnTo>
                  <a:lnTo>
                    <a:pt x="2088" y="4394"/>
                  </a:lnTo>
                  <a:lnTo>
                    <a:pt x="2262" y="3263"/>
                  </a:lnTo>
                  <a:lnTo>
                    <a:pt x="2827" y="3263"/>
                  </a:lnTo>
                  <a:lnTo>
                    <a:pt x="2827" y="2915"/>
                  </a:lnTo>
                  <a:lnTo>
                    <a:pt x="2305" y="2915"/>
                  </a:lnTo>
                  <a:lnTo>
                    <a:pt x="2479" y="1479"/>
                  </a:lnTo>
                  <a:lnTo>
                    <a:pt x="3088" y="1479"/>
                  </a:lnTo>
                  <a:lnTo>
                    <a:pt x="3088" y="1132"/>
                  </a:lnTo>
                  <a:lnTo>
                    <a:pt x="2523" y="1132"/>
                  </a:lnTo>
                  <a:lnTo>
                    <a:pt x="2697" y="1"/>
                  </a:lnTo>
                  <a:lnTo>
                    <a:pt x="2349" y="1"/>
                  </a:lnTo>
                  <a:lnTo>
                    <a:pt x="2218" y="1132"/>
                  </a:lnTo>
                  <a:lnTo>
                    <a:pt x="1174" y="1132"/>
                  </a:lnTo>
                  <a:lnTo>
                    <a:pt x="1305" y="1"/>
                  </a:lnTo>
                  <a:close/>
                </a:path>
              </a:pathLst>
            </a:custGeom>
            <a:solidFill>
              <a:srgbClr val="181C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15"/>
            <p:cNvSpPr/>
            <p:nvPr/>
          </p:nvSpPr>
          <p:spPr>
            <a:xfrm>
              <a:off x="748600" y="2508450"/>
              <a:ext cx="62000" cy="109850"/>
            </a:xfrm>
            <a:custGeom>
              <a:rect b="b" l="l" r="r" t="t"/>
              <a:pathLst>
                <a:path extrusionOk="0" h="4394" w="2480">
                  <a:moveTo>
                    <a:pt x="1" y="1"/>
                  </a:moveTo>
                  <a:lnTo>
                    <a:pt x="1" y="4394"/>
                  </a:lnTo>
                  <a:lnTo>
                    <a:pt x="2480" y="4394"/>
                  </a:lnTo>
                  <a:lnTo>
                    <a:pt x="2480" y="4046"/>
                  </a:lnTo>
                  <a:lnTo>
                    <a:pt x="436" y="4046"/>
                  </a:lnTo>
                  <a:lnTo>
                    <a:pt x="436" y="2349"/>
                  </a:lnTo>
                  <a:lnTo>
                    <a:pt x="2089" y="2349"/>
                  </a:lnTo>
                  <a:lnTo>
                    <a:pt x="2089" y="1958"/>
                  </a:lnTo>
                  <a:lnTo>
                    <a:pt x="436" y="1958"/>
                  </a:lnTo>
                  <a:lnTo>
                    <a:pt x="436" y="349"/>
                  </a:lnTo>
                  <a:lnTo>
                    <a:pt x="2350" y="349"/>
                  </a:lnTo>
                  <a:lnTo>
                    <a:pt x="2393" y="1"/>
                  </a:lnTo>
                  <a:close/>
                </a:path>
              </a:pathLst>
            </a:custGeom>
            <a:solidFill>
              <a:srgbClr val="181C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15"/>
            <p:cNvSpPr/>
            <p:nvPr/>
          </p:nvSpPr>
          <p:spPr>
            <a:xfrm>
              <a:off x="835600" y="2507375"/>
              <a:ext cx="68525" cy="114175"/>
            </a:xfrm>
            <a:custGeom>
              <a:rect b="b" l="l" r="r" t="t"/>
              <a:pathLst>
                <a:path extrusionOk="0" h="4567" w="2741">
                  <a:moveTo>
                    <a:pt x="1349" y="348"/>
                  </a:moveTo>
                  <a:cubicBezTo>
                    <a:pt x="1566" y="348"/>
                    <a:pt x="1740" y="392"/>
                    <a:pt x="1871" y="479"/>
                  </a:cubicBezTo>
                  <a:cubicBezTo>
                    <a:pt x="2045" y="566"/>
                    <a:pt x="2131" y="740"/>
                    <a:pt x="2218" y="957"/>
                  </a:cubicBezTo>
                  <a:cubicBezTo>
                    <a:pt x="2301" y="1162"/>
                    <a:pt x="2305" y="1445"/>
                    <a:pt x="2305" y="1806"/>
                  </a:cubicBezTo>
                  <a:lnTo>
                    <a:pt x="2305" y="1806"/>
                  </a:lnTo>
                  <a:cubicBezTo>
                    <a:pt x="2172" y="1974"/>
                    <a:pt x="2058" y="2118"/>
                    <a:pt x="1914" y="2262"/>
                  </a:cubicBezTo>
                  <a:cubicBezTo>
                    <a:pt x="1740" y="2392"/>
                    <a:pt x="1523" y="2436"/>
                    <a:pt x="1262" y="2436"/>
                  </a:cubicBezTo>
                  <a:cubicBezTo>
                    <a:pt x="1001" y="2436"/>
                    <a:pt x="783" y="2392"/>
                    <a:pt x="653" y="2218"/>
                  </a:cubicBezTo>
                  <a:cubicBezTo>
                    <a:pt x="479" y="2044"/>
                    <a:pt x="392" y="1783"/>
                    <a:pt x="392" y="1435"/>
                  </a:cubicBezTo>
                  <a:cubicBezTo>
                    <a:pt x="392" y="1088"/>
                    <a:pt x="479" y="827"/>
                    <a:pt x="653" y="609"/>
                  </a:cubicBezTo>
                  <a:cubicBezTo>
                    <a:pt x="783" y="435"/>
                    <a:pt x="1044" y="348"/>
                    <a:pt x="1349" y="348"/>
                  </a:cubicBezTo>
                  <a:close/>
                  <a:moveTo>
                    <a:pt x="1349" y="0"/>
                  </a:moveTo>
                  <a:cubicBezTo>
                    <a:pt x="1088" y="0"/>
                    <a:pt x="870" y="44"/>
                    <a:pt x="653" y="131"/>
                  </a:cubicBezTo>
                  <a:cubicBezTo>
                    <a:pt x="479" y="261"/>
                    <a:pt x="305" y="392"/>
                    <a:pt x="174" y="609"/>
                  </a:cubicBezTo>
                  <a:cubicBezTo>
                    <a:pt x="44" y="827"/>
                    <a:pt x="0" y="1088"/>
                    <a:pt x="0" y="1392"/>
                  </a:cubicBezTo>
                  <a:cubicBezTo>
                    <a:pt x="0" y="1696"/>
                    <a:pt x="44" y="1957"/>
                    <a:pt x="131" y="2175"/>
                  </a:cubicBezTo>
                  <a:cubicBezTo>
                    <a:pt x="261" y="2349"/>
                    <a:pt x="392" y="2523"/>
                    <a:pt x="609" y="2653"/>
                  </a:cubicBezTo>
                  <a:cubicBezTo>
                    <a:pt x="783" y="2740"/>
                    <a:pt x="1001" y="2784"/>
                    <a:pt x="1262" y="2784"/>
                  </a:cubicBezTo>
                  <a:cubicBezTo>
                    <a:pt x="1523" y="2784"/>
                    <a:pt x="1740" y="2740"/>
                    <a:pt x="1914" y="2610"/>
                  </a:cubicBezTo>
                  <a:cubicBezTo>
                    <a:pt x="2052" y="2507"/>
                    <a:pt x="2189" y="2376"/>
                    <a:pt x="2305" y="2240"/>
                  </a:cubicBezTo>
                  <a:lnTo>
                    <a:pt x="2305" y="2240"/>
                  </a:lnTo>
                  <a:cubicBezTo>
                    <a:pt x="2300" y="2605"/>
                    <a:pt x="2252" y="2929"/>
                    <a:pt x="2088" y="3175"/>
                  </a:cubicBezTo>
                  <a:cubicBezTo>
                    <a:pt x="1958" y="3436"/>
                    <a:pt x="1740" y="3654"/>
                    <a:pt x="1479" y="3828"/>
                  </a:cubicBezTo>
                  <a:cubicBezTo>
                    <a:pt x="1175" y="3958"/>
                    <a:pt x="827" y="4132"/>
                    <a:pt x="392" y="4263"/>
                  </a:cubicBezTo>
                  <a:lnTo>
                    <a:pt x="479" y="4567"/>
                  </a:lnTo>
                  <a:cubicBezTo>
                    <a:pt x="914" y="4437"/>
                    <a:pt x="1218" y="4306"/>
                    <a:pt x="1523" y="4176"/>
                  </a:cubicBezTo>
                  <a:cubicBezTo>
                    <a:pt x="1784" y="4045"/>
                    <a:pt x="2045" y="3871"/>
                    <a:pt x="2218" y="3697"/>
                  </a:cubicBezTo>
                  <a:cubicBezTo>
                    <a:pt x="2392" y="3480"/>
                    <a:pt x="2523" y="3262"/>
                    <a:pt x="2610" y="2958"/>
                  </a:cubicBezTo>
                  <a:cubicBezTo>
                    <a:pt x="2697" y="2653"/>
                    <a:pt x="2740" y="2262"/>
                    <a:pt x="2740" y="1827"/>
                  </a:cubicBezTo>
                  <a:cubicBezTo>
                    <a:pt x="2740" y="1435"/>
                    <a:pt x="2697" y="1088"/>
                    <a:pt x="2610" y="827"/>
                  </a:cubicBezTo>
                  <a:cubicBezTo>
                    <a:pt x="2479" y="566"/>
                    <a:pt x="2349" y="348"/>
                    <a:pt x="2131" y="218"/>
                  </a:cubicBezTo>
                  <a:cubicBezTo>
                    <a:pt x="1914" y="87"/>
                    <a:pt x="1653" y="0"/>
                    <a:pt x="1349" y="0"/>
                  </a:cubicBezTo>
                  <a:close/>
                </a:path>
              </a:pathLst>
            </a:custGeom>
            <a:solidFill>
              <a:srgbClr val="181C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15"/>
            <p:cNvSpPr/>
            <p:nvPr/>
          </p:nvSpPr>
          <p:spPr>
            <a:xfrm>
              <a:off x="943250" y="2508450"/>
              <a:ext cx="63075" cy="109850"/>
            </a:xfrm>
            <a:custGeom>
              <a:rect b="b" l="l" r="r" t="t"/>
              <a:pathLst>
                <a:path extrusionOk="0" h="4394" w="2523">
                  <a:moveTo>
                    <a:pt x="0" y="1"/>
                  </a:moveTo>
                  <a:lnTo>
                    <a:pt x="0" y="4394"/>
                  </a:lnTo>
                  <a:lnTo>
                    <a:pt x="392" y="4394"/>
                  </a:lnTo>
                  <a:lnTo>
                    <a:pt x="392" y="2393"/>
                  </a:lnTo>
                  <a:lnTo>
                    <a:pt x="2175" y="2393"/>
                  </a:lnTo>
                  <a:lnTo>
                    <a:pt x="2175" y="2001"/>
                  </a:lnTo>
                  <a:lnTo>
                    <a:pt x="392" y="2001"/>
                  </a:lnTo>
                  <a:lnTo>
                    <a:pt x="392" y="349"/>
                  </a:lnTo>
                  <a:lnTo>
                    <a:pt x="2479" y="349"/>
                  </a:lnTo>
                  <a:lnTo>
                    <a:pt x="2523" y="1"/>
                  </a:lnTo>
                  <a:close/>
                </a:path>
              </a:pathLst>
            </a:custGeom>
            <a:solidFill>
              <a:srgbClr val="181C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15"/>
            <p:cNvSpPr/>
            <p:nvPr/>
          </p:nvSpPr>
          <p:spPr>
            <a:xfrm>
              <a:off x="1033500" y="2508450"/>
              <a:ext cx="67425" cy="109850"/>
            </a:xfrm>
            <a:custGeom>
              <a:rect b="b" l="l" r="r" t="t"/>
              <a:pathLst>
                <a:path extrusionOk="0" h="4394" w="2697">
                  <a:moveTo>
                    <a:pt x="1174" y="349"/>
                  </a:moveTo>
                  <a:cubicBezTo>
                    <a:pt x="1435" y="349"/>
                    <a:pt x="1653" y="392"/>
                    <a:pt x="1827" y="523"/>
                  </a:cubicBezTo>
                  <a:cubicBezTo>
                    <a:pt x="1997" y="650"/>
                    <a:pt x="2084" y="819"/>
                    <a:pt x="2088" y="1110"/>
                  </a:cubicBezTo>
                  <a:lnTo>
                    <a:pt x="2088" y="1110"/>
                  </a:lnTo>
                  <a:cubicBezTo>
                    <a:pt x="2084" y="1403"/>
                    <a:pt x="1998" y="1612"/>
                    <a:pt x="1870" y="1697"/>
                  </a:cubicBezTo>
                  <a:cubicBezTo>
                    <a:pt x="1696" y="1827"/>
                    <a:pt x="1479" y="1914"/>
                    <a:pt x="1218" y="1914"/>
                  </a:cubicBezTo>
                  <a:lnTo>
                    <a:pt x="392" y="1914"/>
                  </a:lnTo>
                  <a:lnTo>
                    <a:pt x="392" y="349"/>
                  </a:lnTo>
                  <a:close/>
                  <a:moveTo>
                    <a:pt x="1261" y="2306"/>
                  </a:moveTo>
                  <a:cubicBezTo>
                    <a:pt x="1435" y="2306"/>
                    <a:pt x="1609" y="2306"/>
                    <a:pt x="1740" y="2349"/>
                  </a:cubicBezTo>
                  <a:cubicBezTo>
                    <a:pt x="1914" y="2436"/>
                    <a:pt x="2044" y="2523"/>
                    <a:pt x="2131" y="2654"/>
                  </a:cubicBezTo>
                  <a:cubicBezTo>
                    <a:pt x="2218" y="2784"/>
                    <a:pt x="2262" y="2958"/>
                    <a:pt x="2262" y="3176"/>
                  </a:cubicBezTo>
                  <a:lnTo>
                    <a:pt x="2262" y="3219"/>
                  </a:lnTo>
                  <a:cubicBezTo>
                    <a:pt x="2262" y="3393"/>
                    <a:pt x="2218" y="3524"/>
                    <a:pt x="2175" y="3611"/>
                  </a:cubicBezTo>
                  <a:cubicBezTo>
                    <a:pt x="2088" y="3741"/>
                    <a:pt x="2001" y="3828"/>
                    <a:pt x="1914" y="3872"/>
                  </a:cubicBezTo>
                  <a:cubicBezTo>
                    <a:pt x="1827" y="3959"/>
                    <a:pt x="1696" y="4002"/>
                    <a:pt x="1566" y="4002"/>
                  </a:cubicBezTo>
                  <a:cubicBezTo>
                    <a:pt x="1435" y="4046"/>
                    <a:pt x="1348" y="4046"/>
                    <a:pt x="1218" y="4046"/>
                  </a:cubicBezTo>
                  <a:lnTo>
                    <a:pt x="392" y="4046"/>
                  </a:lnTo>
                  <a:lnTo>
                    <a:pt x="392" y="2306"/>
                  </a:lnTo>
                  <a:close/>
                  <a:moveTo>
                    <a:pt x="0" y="1"/>
                  </a:moveTo>
                  <a:lnTo>
                    <a:pt x="0" y="4394"/>
                  </a:lnTo>
                  <a:lnTo>
                    <a:pt x="1087" y="4394"/>
                  </a:lnTo>
                  <a:cubicBezTo>
                    <a:pt x="1305" y="4394"/>
                    <a:pt x="1479" y="4394"/>
                    <a:pt x="1653" y="4350"/>
                  </a:cubicBezTo>
                  <a:cubicBezTo>
                    <a:pt x="1870" y="4307"/>
                    <a:pt x="2044" y="4220"/>
                    <a:pt x="2175" y="4133"/>
                  </a:cubicBezTo>
                  <a:cubicBezTo>
                    <a:pt x="2349" y="4046"/>
                    <a:pt x="2479" y="3915"/>
                    <a:pt x="2566" y="3741"/>
                  </a:cubicBezTo>
                  <a:cubicBezTo>
                    <a:pt x="2653" y="3611"/>
                    <a:pt x="2697" y="3393"/>
                    <a:pt x="2697" y="3176"/>
                  </a:cubicBezTo>
                  <a:cubicBezTo>
                    <a:pt x="2697" y="2915"/>
                    <a:pt x="2653" y="2697"/>
                    <a:pt x="2566" y="2567"/>
                  </a:cubicBezTo>
                  <a:cubicBezTo>
                    <a:pt x="2436" y="2393"/>
                    <a:pt x="2305" y="2306"/>
                    <a:pt x="2175" y="2219"/>
                  </a:cubicBezTo>
                  <a:cubicBezTo>
                    <a:pt x="2001" y="2132"/>
                    <a:pt x="1827" y="2088"/>
                    <a:pt x="1696" y="2088"/>
                  </a:cubicBezTo>
                  <a:cubicBezTo>
                    <a:pt x="1827" y="2045"/>
                    <a:pt x="1957" y="2001"/>
                    <a:pt x="2088" y="1914"/>
                  </a:cubicBezTo>
                  <a:cubicBezTo>
                    <a:pt x="2218" y="1827"/>
                    <a:pt x="2305" y="1740"/>
                    <a:pt x="2392" y="1610"/>
                  </a:cubicBezTo>
                  <a:cubicBezTo>
                    <a:pt x="2479" y="1479"/>
                    <a:pt x="2523" y="1305"/>
                    <a:pt x="2523" y="1088"/>
                  </a:cubicBezTo>
                  <a:cubicBezTo>
                    <a:pt x="2523" y="871"/>
                    <a:pt x="2479" y="697"/>
                    <a:pt x="2392" y="566"/>
                  </a:cubicBezTo>
                  <a:cubicBezTo>
                    <a:pt x="2262" y="436"/>
                    <a:pt x="2175" y="305"/>
                    <a:pt x="2001" y="218"/>
                  </a:cubicBezTo>
                  <a:cubicBezTo>
                    <a:pt x="1870" y="131"/>
                    <a:pt x="1696" y="88"/>
                    <a:pt x="1522" y="44"/>
                  </a:cubicBezTo>
                  <a:cubicBezTo>
                    <a:pt x="1348" y="1"/>
                    <a:pt x="1174" y="1"/>
                    <a:pt x="1000" y="1"/>
                  </a:cubicBezTo>
                  <a:close/>
                </a:path>
              </a:pathLst>
            </a:custGeom>
            <a:solidFill>
              <a:srgbClr val="181C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15"/>
            <p:cNvSpPr/>
            <p:nvPr/>
          </p:nvSpPr>
          <p:spPr>
            <a:xfrm>
              <a:off x="1123725" y="2507375"/>
              <a:ext cx="78325" cy="113100"/>
            </a:xfrm>
            <a:custGeom>
              <a:rect b="b" l="l" r="r" t="t"/>
              <a:pathLst>
                <a:path extrusionOk="0" h="4524" w="3133">
                  <a:moveTo>
                    <a:pt x="1828" y="0"/>
                  </a:moveTo>
                  <a:cubicBezTo>
                    <a:pt x="1523" y="0"/>
                    <a:pt x="1219" y="87"/>
                    <a:pt x="914" y="218"/>
                  </a:cubicBezTo>
                  <a:cubicBezTo>
                    <a:pt x="653" y="392"/>
                    <a:pt x="436" y="653"/>
                    <a:pt x="262" y="1001"/>
                  </a:cubicBezTo>
                  <a:cubicBezTo>
                    <a:pt x="88" y="1348"/>
                    <a:pt x="1" y="1740"/>
                    <a:pt x="1" y="2262"/>
                  </a:cubicBezTo>
                  <a:cubicBezTo>
                    <a:pt x="1" y="2740"/>
                    <a:pt x="88" y="3132"/>
                    <a:pt x="262" y="3480"/>
                  </a:cubicBezTo>
                  <a:cubicBezTo>
                    <a:pt x="436" y="3828"/>
                    <a:pt x="653" y="4089"/>
                    <a:pt x="914" y="4263"/>
                  </a:cubicBezTo>
                  <a:cubicBezTo>
                    <a:pt x="1219" y="4437"/>
                    <a:pt x="1523" y="4523"/>
                    <a:pt x="1871" y="4523"/>
                  </a:cubicBezTo>
                  <a:cubicBezTo>
                    <a:pt x="2176" y="4523"/>
                    <a:pt x="2437" y="4480"/>
                    <a:pt x="2654" y="4393"/>
                  </a:cubicBezTo>
                  <a:cubicBezTo>
                    <a:pt x="2828" y="4306"/>
                    <a:pt x="3002" y="4176"/>
                    <a:pt x="3132" y="4045"/>
                  </a:cubicBezTo>
                  <a:lnTo>
                    <a:pt x="2915" y="3784"/>
                  </a:lnTo>
                  <a:cubicBezTo>
                    <a:pt x="2785" y="3871"/>
                    <a:pt x="2654" y="3958"/>
                    <a:pt x="2480" y="4045"/>
                  </a:cubicBezTo>
                  <a:cubicBezTo>
                    <a:pt x="2306" y="4089"/>
                    <a:pt x="2132" y="4132"/>
                    <a:pt x="1871" y="4132"/>
                  </a:cubicBezTo>
                  <a:cubicBezTo>
                    <a:pt x="1610" y="4132"/>
                    <a:pt x="1349" y="4089"/>
                    <a:pt x="1132" y="3958"/>
                  </a:cubicBezTo>
                  <a:cubicBezTo>
                    <a:pt x="914" y="3828"/>
                    <a:pt x="740" y="3610"/>
                    <a:pt x="610" y="3349"/>
                  </a:cubicBezTo>
                  <a:cubicBezTo>
                    <a:pt x="479" y="3088"/>
                    <a:pt x="436" y="2740"/>
                    <a:pt x="436" y="2262"/>
                  </a:cubicBezTo>
                  <a:cubicBezTo>
                    <a:pt x="436" y="1783"/>
                    <a:pt x="479" y="1392"/>
                    <a:pt x="610" y="1131"/>
                  </a:cubicBezTo>
                  <a:cubicBezTo>
                    <a:pt x="740" y="827"/>
                    <a:pt x="958" y="653"/>
                    <a:pt x="1175" y="522"/>
                  </a:cubicBezTo>
                  <a:cubicBezTo>
                    <a:pt x="1393" y="435"/>
                    <a:pt x="1610" y="348"/>
                    <a:pt x="1871" y="348"/>
                  </a:cubicBezTo>
                  <a:cubicBezTo>
                    <a:pt x="2045" y="348"/>
                    <a:pt x="2219" y="392"/>
                    <a:pt x="2350" y="435"/>
                  </a:cubicBezTo>
                  <a:cubicBezTo>
                    <a:pt x="2524" y="479"/>
                    <a:pt x="2654" y="566"/>
                    <a:pt x="2828" y="696"/>
                  </a:cubicBezTo>
                  <a:lnTo>
                    <a:pt x="3046" y="392"/>
                  </a:lnTo>
                  <a:cubicBezTo>
                    <a:pt x="2915" y="261"/>
                    <a:pt x="2698" y="174"/>
                    <a:pt x="2524" y="87"/>
                  </a:cubicBezTo>
                  <a:cubicBezTo>
                    <a:pt x="2350" y="0"/>
                    <a:pt x="2132" y="0"/>
                    <a:pt x="1828" y="0"/>
                  </a:cubicBezTo>
                  <a:close/>
                </a:path>
              </a:pathLst>
            </a:custGeom>
            <a:solidFill>
              <a:srgbClr val="181C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15"/>
            <p:cNvSpPr/>
            <p:nvPr/>
          </p:nvSpPr>
          <p:spPr>
            <a:xfrm>
              <a:off x="1232475" y="2508450"/>
              <a:ext cx="62000" cy="109850"/>
            </a:xfrm>
            <a:custGeom>
              <a:rect b="b" l="l" r="r" t="t"/>
              <a:pathLst>
                <a:path extrusionOk="0" h="4394" w="2480">
                  <a:moveTo>
                    <a:pt x="0" y="1"/>
                  </a:moveTo>
                  <a:lnTo>
                    <a:pt x="0" y="4394"/>
                  </a:lnTo>
                  <a:lnTo>
                    <a:pt x="392" y="4394"/>
                  </a:lnTo>
                  <a:lnTo>
                    <a:pt x="392" y="2393"/>
                  </a:lnTo>
                  <a:lnTo>
                    <a:pt x="2175" y="2393"/>
                  </a:lnTo>
                  <a:lnTo>
                    <a:pt x="2175" y="2001"/>
                  </a:lnTo>
                  <a:lnTo>
                    <a:pt x="392" y="2001"/>
                  </a:lnTo>
                  <a:lnTo>
                    <a:pt x="392" y="349"/>
                  </a:lnTo>
                  <a:lnTo>
                    <a:pt x="2436" y="349"/>
                  </a:lnTo>
                  <a:lnTo>
                    <a:pt x="2479" y="1"/>
                  </a:lnTo>
                  <a:close/>
                </a:path>
              </a:pathLst>
            </a:custGeom>
            <a:solidFill>
              <a:srgbClr val="181C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15"/>
            <p:cNvSpPr/>
            <p:nvPr/>
          </p:nvSpPr>
          <p:spPr>
            <a:xfrm>
              <a:off x="640975" y="5201775"/>
              <a:ext cx="77225" cy="109850"/>
            </a:xfrm>
            <a:custGeom>
              <a:rect b="b" l="l" r="r" t="t"/>
              <a:pathLst>
                <a:path extrusionOk="0" h="4394" w="3089">
                  <a:moveTo>
                    <a:pt x="2131" y="1436"/>
                  </a:moveTo>
                  <a:lnTo>
                    <a:pt x="1957" y="2914"/>
                  </a:lnTo>
                  <a:lnTo>
                    <a:pt x="913" y="2914"/>
                  </a:lnTo>
                  <a:lnTo>
                    <a:pt x="1131" y="1436"/>
                  </a:lnTo>
                  <a:close/>
                  <a:moveTo>
                    <a:pt x="957" y="0"/>
                  </a:moveTo>
                  <a:lnTo>
                    <a:pt x="826" y="1088"/>
                  </a:lnTo>
                  <a:lnTo>
                    <a:pt x="218" y="1088"/>
                  </a:lnTo>
                  <a:lnTo>
                    <a:pt x="218" y="1436"/>
                  </a:lnTo>
                  <a:lnTo>
                    <a:pt x="783" y="1436"/>
                  </a:lnTo>
                  <a:lnTo>
                    <a:pt x="565" y="2914"/>
                  </a:lnTo>
                  <a:lnTo>
                    <a:pt x="0" y="2914"/>
                  </a:lnTo>
                  <a:lnTo>
                    <a:pt x="0" y="3262"/>
                  </a:lnTo>
                  <a:lnTo>
                    <a:pt x="522" y="3262"/>
                  </a:lnTo>
                  <a:lnTo>
                    <a:pt x="392" y="4393"/>
                  </a:lnTo>
                  <a:lnTo>
                    <a:pt x="739" y="4393"/>
                  </a:lnTo>
                  <a:lnTo>
                    <a:pt x="870" y="3262"/>
                  </a:lnTo>
                  <a:lnTo>
                    <a:pt x="1914" y="3262"/>
                  </a:lnTo>
                  <a:lnTo>
                    <a:pt x="1740" y="4393"/>
                  </a:lnTo>
                  <a:lnTo>
                    <a:pt x="2088" y="4393"/>
                  </a:lnTo>
                  <a:lnTo>
                    <a:pt x="2262" y="3262"/>
                  </a:lnTo>
                  <a:lnTo>
                    <a:pt x="2827" y="3262"/>
                  </a:lnTo>
                  <a:lnTo>
                    <a:pt x="2827" y="2914"/>
                  </a:lnTo>
                  <a:lnTo>
                    <a:pt x="2305" y="2914"/>
                  </a:lnTo>
                  <a:lnTo>
                    <a:pt x="2479" y="1436"/>
                  </a:lnTo>
                  <a:lnTo>
                    <a:pt x="3088" y="1436"/>
                  </a:lnTo>
                  <a:lnTo>
                    <a:pt x="3088" y="1088"/>
                  </a:lnTo>
                  <a:lnTo>
                    <a:pt x="2523" y="1088"/>
                  </a:lnTo>
                  <a:lnTo>
                    <a:pt x="2697" y="0"/>
                  </a:lnTo>
                  <a:lnTo>
                    <a:pt x="2349" y="0"/>
                  </a:lnTo>
                  <a:lnTo>
                    <a:pt x="2218" y="1088"/>
                  </a:lnTo>
                  <a:lnTo>
                    <a:pt x="1174" y="1088"/>
                  </a:lnTo>
                  <a:lnTo>
                    <a:pt x="1305" y="0"/>
                  </a:lnTo>
                  <a:close/>
                </a:path>
              </a:pathLst>
            </a:custGeom>
            <a:solidFill>
              <a:srgbClr val="181C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15"/>
            <p:cNvSpPr/>
            <p:nvPr/>
          </p:nvSpPr>
          <p:spPr>
            <a:xfrm>
              <a:off x="738825" y="5199600"/>
              <a:ext cx="78300" cy="114200"/>
            </a:xfrm>
            <a:custGeom>
              <a:rect b="b" l="l" r="r" t="t"/>
              <a:pathLst>
                <a:path extrusionOk="0" h="4568" w="3132">
                  <a:moveTo>
                    <a:pt x="1827" y="0"/>
                  </a:moveTo>
                  <a:cubicBezTo>
                    <a:pt x="1523" y="0"/>
                    <a:pt x="1218" y="87"/>
                    <a:pt x="914" y="261"/>
                  </a:cubicBezTo>
                  <a:cubicBezTo>
                    <a:pt x="653" y="435"/>
                    <a:pt x="435" y="696"/>
                    <a:pt x="261" y="1044"/>
                  </a:cubicBezTo>
                  <a:cubicBezTo>
                    <a:pt x="87" y="1392"/>
                    <a:pt x="0" y="1783"/>
                    <a:pt x="0" y="2262"/>
                  </a:cubicBezTo>
                  <a:cubicBezTo>
                    <a:pt x="0" y="2784"/>
                    <a:pt x="87" y="3175"/>
                    <a:pt x="261" y="3523"/>
                  </a:cubicBezTo>
                  <a:cubicBezTo>
                    <a:pt x="435" y="3871"/>
                    <a:pt x="653" y="4132"/>
                    <a:pt x="914" y="4306"/>
                  </a:cubicBezTo>
                  <a:cubicBezTo>
                    <a:pt x="1218" y="4480"/>
                    <a:pt x="1523" y="4567"/>
                    <a:pt x="1871" y="4567"/>
                  </a:cubicBezTo>
                  <a:cubicBezTo>
                    <a:pt x="2175" y="4567"/>
                    <a:pt x="2436" y="4524"/>
                    <a:pt x="2654" y="4437"/>
                  </a:cubicBezTo>
                  <a:cubicBezTo>
                    <a:pt x="2871" y="4306"/>
                    <a:pt x="3001" y="4219"/>
                    <a:pt x="3132" y="4089"/>
                  </a:cubicBezTo>
                  <a:lnTo>
                    <a:pt x="2914" y="3828"/>
                  </a:lnTo>
                  <a:cubicBezTo>
                    <a:pt x="2784" y="3915"/>
                    <a:pt x="2654" y="4002"/>
                    <a:pt x="2480" y="4045"/>
                  </a:cubicBezTo>
                  <a:cubicBezTo>
                    <a:pt x="2306" y="4132"/>
                    <a:pt x="2132" y="4176"/>
                    <a:pt x="1871" y="4176"/>
                  </a:cubicBezTo>
                  <a:cubicBezTo>
                    <a:pt x="1610" y="4176"/>
                    <a:pt x="1349" y="4089"/>
                    <a:pt x="1131" y="4002"/>
                  </a:cubicBezTo>
                  <a:cubicBezTo>
                    <a:pt x="914" y="3871"/>
                    <a:pt x="740" y="3654"/>
                    <a:pt x="609" y="3393"/>
                  </a:cubicBezTo>
                  <a:cubicBezTo>
                    <a:pt x="479" y="3132"/>
                    <a:pt x="435" y="2740"/>
                    <a:pt x="435" y="2262"/>
                  </a:cubicBezTo>
                  <a:cubicBezTo>
                    <a:pt x="435" y="1827"/>
                    <a:pt x="479" y="1436"/>
                    <a:pt x="653" y="1175"/>
                  </a:cubicBezTo>
                  <a:cubicBezTo>
                    <a:pt x="783" y="870"/>
                    <a:pt x="957" y="696"/>
                    <a:pt x="1175" y="566"/>
                  </a:cubicBezTo>
                  <a:cubicBezTo>
                    <a:pt x="1392" y="435"/>
                    <a:pt x="1610" y="392"/>
                    <a:pt x="1871" y="392"/>
                  </a:cubicBezTo>
                  <a:cubicBezTo>
                    <a:pt x="2045" y="392"/>
                    <a:pt x="2219" y="435"/>
                    <a:pt x="2393" y="479"/>
                  </a:cubicBezTo>
                  <a:cubicBezTo>
                    <a:pt x="2523" y="522"/>
                    <a:pt x="2697" y="609"/>
                    <a:pt x="2828" y="696"/>
                  </a:cubicBezTo>
                  <a:lnTo>
                    <a:pt x="3088" y="435"/>
                  </a:lnTo>
                  <a:cubicBezTo>
                    <a:pt x="2914" y="305"/>
                    <a:pt x="2741" y="174"/>
                    <a:pt x="2523" y="131"/>
                  </a:cubicBezTo>
                  <a:cubicBezTo>
                    <a:pt x="2349" y="44"/>
                    <a:pt x="2132" y="0"/>
                    <a:pt x="1827" y="0"/>
                  </a:cubicBezTo>
                  <a:close/>
                </a:path>
              </a:pathLst>
            </a:custGeom>
            <a:solidFill>
              <a:srgbClr val="181C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15"/>
            <p:cNvSpPr/>
            <p:nvPr/>
          </p:nvSpPr>
          <p:spPr>
            <a:xfrm>
              <a:off x="836675" y="5199600"/>
              <a:ext cx="70700" cy="112025"/>
            </a:xfrm>
            <a:custGeom>
              <a:rect b="b" l="l" r="r" t="t"/>
              <a:pathLst>
                <a:path extrusionOk="0" h="4481" w="2828">
                  <a:moveTo>
                    <a:pt x="1306" y="0"/>
                  </a:moveTo>
                  <a:lnTo>
                    <a:pt x="1" y="3045"/>
                  </a:lnTo>
                  <a:lnTo>
                    <a:pt x="1" y="3349"/>
                  </a:lnTo>
                  <a:lnTo>
                    <a:pt x="1828" y="3349"/>
                  </a:lnTo>
                  <a:lnTo>
                    <a:pt x="1828" y="4480"/>
                  </a:lnTo>
                  <a:lnTo>
                    <a:pt x="2219" y="4480"/>
                  </a:lnTo>
                  <a:lnTo>
                    <a:pt x="2219" y="3349"/>
                  </a:lnTo>
                  <a:lnTo>
                    <a:pt x="2828" y="3349"/>
                  </a:lnTo>
                  <a:lnTo>
                    <a:pt x="2828" y="3045"/>
                  </a:lnTo>
                  <a:lnTo>
                    <a:pt x="2219" y="3045"/>
                  </a:lnTo>
                  <a:lnTo>
                    <a:pt x="2219" y="1740"/>
                  </a:lnTo>
                  <a:lnTo>
                    <a:pt x="1871" y="1740"/>
                  </a:lnTo>
                  <a:lnTo>
                    <a:pt x="1830" y="3045"/>
                  </a:lnTo>
                  <a:lnTo>
                    <a:pt x="436" y="3045"/>
                  </a:lnTo>
                  <a:lnTo>
                    <a:pt x="1654" y="174"/>
                  </a:lnTo>
                  <a:lnTo>
                    <a:pt x="1306" y="0"/>
                  </a:lnTo>
                  <a:close/>
                </a:path>
              </a:pathLst>
            </a:custGeom>
            <a:solidFill>
              <a:srgbClr val="181C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15"/>
            <p:cNvSpPr/>
            <p:nvPr/>
          </p:nvSpPr>
          <p:spPr>
            <a:xfrm>
              <a:off x="934550" y="5201775"/>
              <a:ext cx="72875" cy="109850"/>
            </a:xfrm>
            <a:custGeom>
              <a:rect b="b" l="l" r="r" t="t"/>
              <a:pathLst>
                <a:path extrusionOk="0" h="4394" w="2915">
                  <a:moveTo>
                    <a:pt x="1001" y="348"/>
                  </a:moveTo>
                  <a:cubicBezTo>
                    <a:pt x="1175" y="348"/>
                    <a:pt x="1348" y="392"/>
                    <a:pt x="1522" y="392"/>
                  </a:cubicBezTo>
                  <a:cubicBezTo>
                    <a:pt x="1653" y="435"/>
                    <a:pt x="1827" y="522"/>
                    <a:pt x="1957" y="653"/>
                  </a:cubicBezTo>
                  <a:cubicBezTo>
                    <a:pt x="2131" y="783"/>
                    <a:pt x="2262" y="957"/>
                    <a:pt x="2349" y="1175"/>
                  </a:cubicBezTo>
                  <a:cubicBezTo>
                    <a:pt x="2436" y="1436"/>
                    <a:pt x="2479" y="1783"/>
                    <a:pt x="2479" y="2175"/>
                  </a:cubicBezTo>
                  <a:cubicBezTo>
                    <a:pt x="2479" y="2566"/>
                    <a:pt x="2436" y="2871"/>
                    <a:pt x="2349" y="3132"/>
                  </a:cubicBezTo>
                  <a:cubicBezTo>
                    <a:pt x="2262" y="3349"/>
                    <a:pt x="2131" y="3567"/>
                    <a:pt x="2001" y="3697"/>
                  </a:cubicBezTo>
                  <a:cubicBezTo>
                    <a:pt x="1827" y="3828"/>
                    <a:pt x="1696" y="3915"/>
                    <a:pt x="1522" y="3958"/>
                  </a:cubicBezTo>
                  <a:cubicBezTo>
                    <a:pt x="1348" y="4002"/>
                    <a:pt x="1175" y="4045"/>
                    <a:pt x="1044" y="4045"/>
                  </a:cubicBezTo>
                  <a:lnTo>
                    <a:pt x="435" y="4045"/>
                  </a:lnTo>
                  <a:lnTo>
                    <a:pt x="435" y="348"/>
                  </a:lnTo>
                  <a:close/>
                  <a:moveTo>
                    <a:pt x="0" y="0"/>
                  </a:moveTo>
                  <a:lnTo>
                    <a:pt x="0" y="4393"/>
                  </a:lnTo>
                  <a:lnTo>
                    <a:pt x="957" y="4393"/>
                  </a:lnTo>
                  <a:cubicBezTo>
                    <a:pt x="1131" y="4393"/>
                    <a:pt x="1305" y="4393"/>
                    <a:pt x="1479" y="4350"/>
                  </a:cubicBezTo>
                  <a:cubicBezTo>
                    <a:pt x="1653" y="4306"/>
                    <a:pt x="1827" y="4263"/>
                    <a:pt x="2001" y="4132"/>
                  </a:cubicBezTo>
                  <a:cubicBezTo>
                    <a:pt x="2175" y="4045"/>
                    <a:pt x="2349" y="3915"/>
                    <a:pt x="2479" y="3741"/>
                  </a:cubicBezTo>
                  <a:cubicBezTo>
                    <a:pt x="2610" y="3610"/>
                    <a:pt x="2697" y="3393"/>
                    <a:pt x="2784" y="3132"/>
                  </a:cubicBezTo>
                  <a:cubicBezTo>
                    <a:pt x="2871" y="2871"/>
                    <a:pt x="2914" y="2523"/>
                    <a:pt x="2914" y="2175"/>
                  </a:cubicBezTo>
                  <a:cubicBezTo>
                    <a:pt x="2914" y="1696"/>
                    <a:pt x="2871" y="1349"/>
                    <a:pt x="2740" y="1044"/>
                  </a:cubicBezTo>
                  <a:cubicBezTo>
                    <a:pt x="2610" y="783"/>
                    <a:pt x="2479" y="566"/>
                    <a:pt x="2262" y="392"/>
                  </a:cubicBezTo>
                  <a:cubicBezTo>
                    <a:pt x="2088" y="261"/>
                    <a:pt x="1870" y="131"/>
                    <a:pt x="1609" y="87"/>
                  </a:cubicBezTo>
                  <a:cubicBezTo>
                    <a:pt x="1392" y="44"/>
                    <a:pt x="1131" y="0"/>
                    <a:pt x="914" y="0"/>
                  </a:cubicBezTo>
                  <a:close/>
                </a:path>
              </a:pathLst>
            </a:custGeom>
            <a:solidFill>
              <a:srgbClr val="181C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15"/>
            <p:cNvSpPr/>
            <p:nvPr/>
          </p:nvSpPr>
          <p:spPr>
            <a:xfrm>
              <a:off x="1025875" y="5199600"/>
              <a:ext cx="67450" cy="112025"/>
            </a:xfrm>
            <a:custGeom>
              <a:rect b="b" l="l" r="r" t="t"/>
              <a:pathLst>
                <a:path extrusionOk="0" h="4481" w="2698">
                  <a:moveTo>
                    <a:pt x="1305" y="0"/>
                  </a:moveTo>
                  <a:cubicBezTo>
                    <a:pt x="1044" y="0"/>
                    <a:pt x="783" y="87"/>
                    <a:pt x="610" y="174"/>
                  </a:cubicBezTo>
                  <a:cubicBezTo>
                    <a:pt x="392" y="261"/>
                    <a:pt x="218" y="392"/>
                    <a:pt x="1" y="609"/>
                  </a:cubicBezTo>
                  <a:lnTo>
                    <a:pt x="305" y="870"/>
                  </a:lnTo>
                  <a:cubicBezTo>
                    <a:pt x="479" y="696"/>
                    <a:pt x="610" y="566"/>
                    <a:pt x="740" y="479"/>
                  </a:cubicBezTo>
                  <a:cubicBezTo>
                    <a:pt x="914" y="392"/>
                    <a:pt x="1088" y="392"/>
                    <a:pt x="1305" y="392"/>
                  </a:cubicBezTo>
                  <a:cubicBezTo>
                    <a:pt x="1566" y="392"/>
                    <a:pt x="1784" y="435"/>
                    <a:pt x="1958" y="609"/>
                  </a:cubicBezTo>
                  <a:cubicBezTo>
                    <a:pt x="2088" y="740"/>
                    <a:pt x="2175" y="957"/>
                    <a:pt x="2175" y="1218"/>
                  </a:cubicBezTo>
                  <a:cubicBezTo>
                    <a:pt x="2175" y="1392"/>
                    <a:pt x="2132" y="1523"/>
                    <a:pt x="2132" y="1696"/>
                  </a:cubicBezTo>
                  <a:cubicBezTo>
                    <a:pt x="2088" y="1827"/>
                    <a:pt x="2001" y="1957"/>
                    <a:pt x="1914" y="2131"/>
                  </a:cubicBezTo>
                  <a:cubicBezTo>
                    <a:pt x="1827" y="2262"/>
                    <a:pt x="1740" y="2436"/>
                    <a:pt x="1566" y="2610"/>
                  </a:cubicBezTo>
                  <a:cubicBezTo>
                    <a:pt x="1436" y="2784"/>
                    <a:pt x="1218" y="3001"/>
                    <a:pt x="1001" y="3262"/>
                  </a:cubicBezTo>
                  <a:cubicBezTo>
                    <a:pt x="740" y="3523"/>
                    <a:pt x="436" y="3784"/>
                    <a:pt x="131" y="4132"/>
                  </a:cubicBezTo>
                  <a:lnTo>
                    <a:pt x="131" y="4480"/>
                  </a:lnTo>
                  <a:lnTo>
                    <a:pt x="2654" y="4480"/>
                  </a:lnTo>
                  <a:lnTo>
                    <a:pt x="2697" y="4132"/>
                  </a:lnTo>
                  <a:lnTo>
                    <a:pt x="566" y="4132"/>
                  </a:lnTo>
                  <a:cubicBezTo>
                    <a:pt x="914" y="3784"/>
                    <a:pt x="1262" y="3480"/>
                    <a:pt x="1523" y="3219"/>
                  </a:cubicBezTo>
                  <a:cubicBezTo>
                    <a:pt x="1740" y="2958"/>
                    <a:pt x="1958" y="2697"/>
                    <a:pt x="2132" y="2479"/>
                  </a:cubicBezTo>
                  <a:cubicBezTo>
                    <a:pt x="2306" y="2262"/>
                    <a:pt x="2393" y="2044"/>
                    <a:pt x="2480" y="1870"/>
                  </a:cubicBezTo>
                  <a:cubicBezTo>
                    <a:pt x="2567" y="1653"/>
                    <a:pt x="2610" y="1436"/>
                    <a:pt x="2610" y="1218"/>
                  </a:cubicBezTo>
                  <a:cubicBezTo>
                    <a:pt x="2610" y="1001"/>
                    <a:pt x="2523" y="783"/>
                    <a:pt x="2436" y="609"/>
                  </a:cubicBezTo>
                  <a:cubicBezTo>
                    <a:pt x="2349" y="435"/>
                    <a:pt x="2175" y="261"/>
                    <a:pt x="2001" y="174"/>
                  </a:cubicBezTo>
                  <a:cubicBezTo>
                    <a:pt x="1827" y="87"/>
                    <a:pt x="1566" y="0"/>
                    <a:pt x="1305" y="0"/>
                  </a:cubicBezTo>
                  <a:close/>
                </a:path>
              </a:pathLst>
            </a:custGeom>
            <a:solidFill>
              <a:srgbClr val="181C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15"/>
            <p:cNvSpPr/>
            <p:nvPr/>
          </p:nvSpPr>
          <p:spPr>
            <a:xfrm>
              <a:off x="1135700" y="5201775"/>
              <a:ext cx="63100" cy="109850"/>
            </a:xfrm>
            <a:custGeom>
              <a:rect b="b" l="l" r="r" t="t"/>
              <a:pathLst>
                <a:path extrusionOk="0" h="4394" w="2524">
                  <a:moveTo>
                    <a:pt x="0" y="0"/>
                  </a:moveTo>
                  <a:lnTo>
                    <a:pt x="0" y="4393"/>
                  </a:lnTo>
                  <a:lnTo>
                    <a:pt x="392" y="4393"/>
                  </a:lnTo>
                  <a:lnTo>
                    <a:pt x="392" y="2392"/>
                  </a:lnTo>
                  <a:lnTo>
                    <a:pt x="2175" y="2392"/>
                  </a:lnTo>
                  <a:lnTo>
                    <a:pt x="2175" y="2001"/>
                  </a:lnTo>
                  <a:lnTo>
                    <a:pt x="392" y="2001"/>
                  </a:lnTo>
                  <a:lnTo>
                    <a:pt x="392" y="348"/>
                  </a:lnTo>
                  <a:lnTo>
                    <a:pt x="2436" y="348"/>
                  </a:lnTo>
                  <a:lnTo>
                    <a:pt x="2523" y="0"/>
                  </a:lnTo>
                  <a:close/>
                </a:path>
              </a:pathLst>
            </a:custGeom>
            <a:solidFill>
              <a:srgbClr val="181C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15"/>
            <p:cNvSpPr/>
            <p:nvPr/>
          </p:nvSpPr>
          <p:spPr>
            <a:xfrm>
              <a:off x="1219425" y="5199600"/>
              <a:ext cx="72875" cy="114200"/>
            </a:xfrm>
            <a:custGeom>
              <a:rect b="b" l="l" r="r" t="t"/>
              <a:pathLst>
                <a:path extrusionOk="0" h="4568" w="2915">
                  <a:moveTo>
                    <a:pt x="1479" y="348"/>
                  </a:moveTo>
                  <a:cubicBezTo>
                    <a:pt x="1740" y="348"/>
                    <a:pt x="1958" y="435"/>
                    <a:pt x="2132" y="566"/>
                  </a:cubicBezTo>
                  <a:cubicBezTo>
                    <a:pt x="2262" y="696"/>
                    <a:pt x="2349" y="870"/>
                    <a:pt x="2349" y="1131"/>
                  </a:cubicBezTo>
                  <a:cubicBezTo>
                    <a:pt x="2349" y="1349"/>
                    <a:pt x="2306" y="1523"/>
                    <a:pt x="2175" y="1653"/>
                  </a:cubicBezTo>
                  <a:cubicBezTo>
                    <a:pt x="2045" y="1783"/>
                    <a:pt x="1871" y="1914"/>
                    <a:pt x="1653" y="2044"/>
                  </a:cubicBezTo>
                  <a:cubicBezTo>
                    <a:pt x="1436" y="1957"/>
                    <a:pt x="1262" y="1914"/>
                    <a:pt x="1088" y="1827"/>
                  </a:cubicBezTo>
                  <a:cubicBezTo>
                    <a:pt x="957" y="1783"/>
                    <a:pt x="827" y="1696"/>
                    <a:pt x="740" y="1610"/>
                  </a:cubicBezTo>
                  <a:cubicBezTo>
                    <a:pt x="653" y="1479"/>
                    <a:pt x="609" y="1349"/>
                    <a:pt x="609" y="1175"/>
                  </a:cubicBezTo>
                  <a:cubicBezTo>
                    <a:pt x="609" y="914"/>
                    <a:pt x="696" y="696"/>
                    <a:pt x="827" y="566"/>
                  </a:cubicBezTo>
                  <a:cubicBezTo>
                    <a:pt x="1001" y="435"/>
                    <a:pt x="1218" y="348"/>
                    <a:pt x="1479" y="348"/>
                  </a:cubicBezTo>
                  <a:close/>
                  <a:moveTo>
                    <a:pt x="1218" y="2262"/>
                  </a:moveTo>
                  <a:cubicBezTo>
                    <a:pt x="1479" y="2349"/>
                    <a:pt x="1697" y="2436"/>
                    <a:pt x="1871" y="2523"/>
                  </a:cubicBezTo>
                  <a:cubicBezTo>
                    <a:pt x="2088" y="2610"/>
                    <a:pt x="2219" y="2697"/>
                    <a:pt x="2349" y="2827"/>
                  </a:cubicBezTo>
                  <a:cubicBezTo>
                    <a:pt x="2436" y="2914"/>
                    <a:pt x="2523" y="3088"/>
                    <a:pt x="2523" y="3306"/>
                  </a:cubicBezTo>
                  <a:cubicBezTo>
                    <a:pt x="2523" y="3567"/>
                    <a:pt x="2436" y="3784"/>
                    <a:pt x="2219" y="3958"/>
                  </a:cubicBezTo>
                  <a:cubicBezTo>
                    <a:pt x="2045" y="4132"/>
                    <a:pt x="1784" y="4176"/>
                    <a:pt x="1436" y="4176"/>
                  </a:cubicBezTo>
                  <a:cubicBezTo>
                    <a:pt x="1131" y="4176"/>
                    <a:pt x="870" y="4132"/>
                    <a:pt x="696" y="3958"/>
                  </a:cubicBezTo>
                  <a:cubicBezTo>
                    <a:pt x="522" y="3828"/>
                    <a:pt x="435" y="3610"/>
                    <a:pt x="435" y="3349"/>
                  </a:cubicBezTo>
                  <a:cubicBezTo>
                    <a:pt x="435" y="3132"/>
                    <a:pt x="479" y="2958"/>
                    <a:pt x="566" y="2827"/>
                  </a:cubicBezTo>
                  <a:cubicBezTo>
                    <a:pt x="653" y="2697"/>
                    <a:pt x="740" y="2566"/>
                    <a:pt x="827" y="2479"/>
                  </a:cubicBezTo>
                  <a:cubicBezTo>
                    <a:pt x="957" y="2392"/>
                    <a:pt x="1088" y="2305"/>
                    <a:pt x="1218" y="2262"/>
                  </a:cubicBezTo>
                  <a:close/>
                  <a:moveTo>
                    <a:pt x="1479" y="0"/>
                  </a:moveTo>
                  <a:cubicBezTo>
                    <a:pt x="1349" y="0"/>
                    <a:pt x="1218" y="44"/>
                    <a:pt x="1044" y="87"/>
                  </a:cubicBezTo>
                  <a:cubicBezTo>
                    <a:pt x="914" y="131"/>
                    <a:pt x="783" y="174"/>
                    <a:pt x="653" y="261"/>
                  </a:cubicBezTo>
                  <a:cubicBezTo>
                    <a:pt x="522" y="348"/>
                    <a:pt x="392" y="479"/>
                    <a:pt x="305" y="609"/>
                  </a:cubicBezTo>
                  <a:cubicBezTo>
                    <a:pt x="218" y="783"/>
                    <a:pt x="218" y="957"/>
                    <a:pt x="218" y="1131"/>
                  </a:cubicBezTo>
                  <a:cubicBezTo>
                    <a:pt x="218" y="1392"/>
                    <a:pt x="261" y="1610"/>
                    <a:pt x="392" y="1740"/>
                  </a:cubicBezTo>
                  <a:cubicBezTo>
                    <a:pt x="522" y="1914"/>
                    <a:pt x="696" y="2044"/>
                    <a:pt x="914" y="2175"/>
                  </a:cubicBezTo>
                  <a:cubicBezTo>
                    <a:pt x="653" y="2262"/>
                    <a:pt x="435" y="2436"/>
                    <a:pt x="261" y="2610"/>
                  </a:cubicBezTo>
                  <a:cubicBezTo>
                    <a:pt x="87" y="2827"/>
                    <a:pt x="0" y="3045"/>
                    <a:pt x="0" y="3306"/>
                  </a:cubicBezTo>
                  <a:cubicBezTo>
                    <a:pt x="0" y="3567"/>
                    <a:pt x="87" y="3784"/>
                    <a:pt x="174" y="3958"/>
                  </a:cubicBezTo>
                  <a:cubicBezTo>
                    <a:pt x="305" y="4132"/>
                    <a:pt x="479" y="4263"/>
                    <a:pt x="696" y="4393"/>
                  </a:cubicBezTo>
                  <a:cubicBezTo>
                    <a:pt x="914" y="4480"/>
                    <a:pt x="1175" y="4567"/>
                    <a:pt x="1479" y="4567"/>
                  </a:cubicBezTo>
                  <a:cubicBezTo>
                    <a:pt x="1740" y="4567"/>
                    <a:pt x="2001" y="4480"/>
                    <a:pt x="2219" y="4393"/>
                  </a:cubicBezTo>
                  <a:cubicBezTo>
                    <a:pt x="2436" y="4306"/>
                    <a:pt x="2610" y="4132"/>
                    <a:pt x="2740" y="3958"/>
                  </a:cubicBezTo>
                  <a:cubicBezTo>
                    <a:pt x="2871" y="3784"/>
                    <a:pt x="2914" y="3567"/>
                    <a:pt x="2914" y="3306"/>
                  </a:cubicBezTo>
                  <a:cubicBezTo>
                    <a:pt x="2914" y="3045"/>
                    <a:pt x="2827" y="2784"/>
                    <a:pt x="2653" y="2610"/>
                  </a:cubicBezTo>
                  <a:cubicBezTo>
                    <a:pt x="2479" y="2392"/>
                    <a:pt x="2262" y="2262"/>
                    <a:pt x="1958" y="2131"/>
                  </a:cubicBezTo>
                  <a:cubicBezTo>
                    <a:pt x="2219" y="2001"/>
                    <a:pt x="2392" y="1870"/>
                    <a:pt x="2566" y="1696"/>
                  </a:cubicBezTo>
                  <a:cubicBezTo>
                    <a:pt x="2697" y="1523"/>
                    <a:pt x="2740" y="1349"/>
                    <a:pt x="2740" y="1131"/>
                  </a:cubicBezTo>
                  <a:cubicBezTo>
                    <a:pt x="2740" y="914"/>
                    <a:pt x="2697" y="740"/>
                    <a:pt x="2653" y="609"/>
                  </a:cubicBezTo>
                  <a:cubicBezTo>
                    <a:pt x="2566" y="479"/>
                    <a:pt x="2436" y="348"/>
                    <a:pt x="2349" y="261"/>
                  </a:cubicBezTo>
                  <a:cubicBezTo>
                    <a:pt x="2219" y="174"/>
                    <a:pt x="2045" y="131"/>
                    <a:pt x="1914" y="87"/>
                  </a:cubicBezTo>
                  <a:cubicBezTo>
                    <a:pt x="1784" y="44"/>
                    <a:pt x="1610" y="0"/>
                    <a:pt x="1479" y="0"/>
                  </a:cubicBezTo>
                  <a:close/>
                </a:path>
              </a:pathLst>
            </a:custGeom>
            <a:solidFill>
              <a:srgbClr val="181C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15"/>
            <p:cNvSpPr/>
            <p:nvPr/>
          </p:nvSpPr>
          <p:spPr>
            <a:xfrm>
              <a:off x="2059925" y="5201775"/>
              <a:ext cx="77225" cy="109850"/>
            </a:xfrm>
            <a:custGeom>
              <a:rect b="b" l="l" r="r" t="t"/>
              <a:pathLst>
                <a:path extrusionOk="0" h="4394" w="3089">
                  <a:moveTo>
                    <a:pt x="2175" y="1436"/>
                  </a:moveTo>
                  <a:lnTo>
                    <a:pt x="1958" y="2914"/>
                  </a:lnTo>
                  <a:lnTo>
                    <a:pt x="914" y="2914"/>
                  </a:lnTo>
                  <a:lnTo>
                    <a:pt x="1131" y="1436"/>
                  </a:lnTo>
                  <a:close/>
                  <a:moveTo>
                    <a:pt x="957" y="0"/>
                  </a:moveTo>
                  <a:lnTo>
                    <a:pt x="827" y="1088"/>
                  </a:lnTo>
                  <a:lnTo>
                    <a:pt x="218" y="1088"/>
                  </a:lnTo>
                  <a:lnTo>
                    <a:pt x="218" y="1436"/>
                  </a:lnTo>
                  <a:lnTo>
                    <a:pt x="783" y="1436"/>
                  </a:lnTo>
                  <a:lnTo>
                    <a:pt x="566" y="2914"/>
                  </a:lnTo>
                  <a:lnTo>
                    <a:pt x="0" y="2914"/>
                  </a:lnTo>
                  <a:lnTo>
                    <a:pt x="0" y="3262"/>
                  </a:lnTo>
                  <a:lnTo>
                    <a:pt x="522" y="3262"/>
                  </a:lnTo>
                  <a:lnTo>
                    <a:pt x="392" y="4393"/>
                  </a:lnTo>
                  <a:lnTo>
                    <a:pt x="740" y="4393"/>
                  </a:lnTo>
                  <a:lnTo>
                    <a:pt x="870" y="3262"/>
                  </a:lnTo>
                  <a:lnTo>
                    <a:pt x="1914" y="3262"/>
                  </a:lnTo>
                  <a:lnTo>
                    <a:pt x="1740" y="4393"/>
                  </a:lnTo>
                  <a:lnTo>
                    <a:pt x="2088" y="4393"/>
                  </a:lnTo>
                  <a:lnTo>
                    <a:pt x="2262" y="3262"/>
                  </a:lnTo>
                  <a:lnTo>
                    <a:pt x="2871" y="3262"/>
                  </a:lnTo>
                  <a:lnTo>
                    <a:pt x="2871" y="2914"/>
                  </a:lnTo>
                  <a:lnTo>
                    <a:pt x="2306" y="2914"/>
                  </a:lnTo>
                  <a:lnTo>
                    <a:pt x="2480" y="1436"/>
                  </a:lnTo>
                  <a:lnTo>
                    <a:pt x="3088" y="1436"/>
                  </a:lnTo>
                  <a:lnTo>
                    <a:pt x="3088" y="1088"/>
                  </a:lnTo>
                  <a:lnTo>
                    <a:pt x="2523" y="1088"/>
                  </a:lnTo>
                  <a:lnTo>
                    <a:pt x="2697" y="0"/>
                  </a:lnTo>
                  <a:lnTo>
                    <a:pt x="2349" y="0"/>
                  </a:lnTo>
                  <a:lnTo>
                    <a:pt x="2219" y="1088"/>
                  </a:lnTo>
                  <a:lnTo>
                    <a:pt x="1175" y="1088"/>
                  </a:lnTo>
                  <a:lnTo>
                    <a:pt x="1305" y="0"/>
                  </a:lnTo>
                  <a:close/>
                </a:path>
              </a:pathLst>
            </a:custGeom>
            <a:solidFill>
              <a:srgbClr val="181C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15"/>
            <p:cNvSpPr/>
            <p:nvPr/>
          </p:nvSpPr>
          <p:spPr>
            <a:xfrm>
              <a:off x="2163225" y="5201775"/>
              <a:ext cx="63075" cy="110925"/>
            </a:xfrm>
            <a:custGeom>
              <a:rect b="b" l="l" r="r" t="t"/>
              <a:pathLst>
                <a:path extrusionOk="0" h="4437" w="2523">
                  <a:moveTo>
                    <a:pt x="0" y="0"/>
                  </a:moveTo>
                  <a:lnTo>
                    <a:pt x="0" y="348"/>
                  </a:lnTo>
                  <a:lnTo>
                    <a:pt x="2131" y="348"/>
                  </a:lnTo>
                  <a:lnTo>
                    <a:pt x="392" y="4350"/>
                  </a:lnTo>
                  <a:lnTo>
                    <a:pt x="740" y="4437"/>
                  </a:lnTo>
                  <a:lnTo>
                    <a:pt x="2523" y="305"/>
                  </a:lnTo>
                  <a:lnTo>
                    <a:pt x="2523" y="0"/>
                  </a:lnTo>
                  <a:close/>
                </a:path>
              </a:pathLst>
            </a:custGeom>
            <a:solidFill>
              <a:srgbClr val="181C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15"/>
            <p:cNvSpPr/>
            <p:nvPr/>
          </p:nvSpPr>
          <p:spPr>
            <a:xfrm>
              <a:off x="2246950" y="5201775"/>
              <a:ext cx="87000" cy="109850"/>
            </a:xfrm>
            <a:custGeom>
              <a:rect b="b" l="l" r="r" t="t"/>
              <a:pathLst>
                <a:path extrusionOk="0" h="4394" w="3480">
                  <a:moveTo>
                    <a:pt x="1740" y="392"/>
                  </a:moveTo>
                  <a:lnTo>
                    <a:pt x="2523" y="2827"/>
                  </a:lnTo>
                  <a:lnTo>
                    <a:pt x="914" y="2827"/>
                  </a:lnTo>
                  <a:lnTo>
                    <a:pt x="1740" y="392"/>
                  </a:lnTo>
                  <a:close/>
                  <a:moveTo>
                    <a:pt x="1479" y="0"/>
                  </a:moveTo>
                  <a:lnTo>
                    <a:pt x="0" y="4393"/>
                  </a:lnTo>
                  <a:lnTo>
                    <a:pt x="392" y="4393"/>
                  </a:lnTo>
                  <a:lnTo>
                    <a:pt x="783" y="3219"/>
                  </a:lnTo>
                  <a:lnTo>
                    <a:pt x="2653" y="3219"/>
                  </a:lnTo>
                  <a:lnTo>
                    <a:pt x="3045" y="4393"/>
                  </a:lnTo>
                  <a:lnTo>
                    <a:pt x="3480" y="4393"/>
                  </a:lnTo>
                  <a:lnTo>
                    <a:pt x="2001" y="0"/>
                  </a:lnTo>
                  <a:close/>
                </a:path>
              </a:pathLst>
            </a:custGeom>
            <a:solidFill>
              <a:srgbClr val="181C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15"/>
            <p:cNvSpPr/>
            <p:nvPr/>
          </p:nvSpPr>
          <p:spPr>
            <a:xfrm>
              <a:off x="2350250" y="5200675"/>
              <a:ext cx="69600" cy="114200"/>
            </a:xfrm>
            <a:custGeom>
              <a:rect b="b" l="l" r="r" t="t"/>
              <a:pathLst>
                <a:path extrusionOk="0" h="4568" w="2784">
                  <a:moveTo>
                    <a:pt x="1392" y="349"/>
                  </a:moveTo>
                  <a:cubicBezTo>
                    <a:pt x="1609" y="349"/>
                    <a:pt x="1783" y="392"/>
                    <a:pt x="1914" y="479"/>
                  </a:cubicBezTo>
                  <a:cubicBezTo>
                    <a:pt x="2044" y="566"/>
                    <a:pt x="2175" y="740"/>
                    <a:pt x="2218" y="958"/>
                  </a:cubicBezTo>
                  <a:cubicBezTo>
                    <a:pt x="2295" y="1150"/>
                    <a:pt x="2338" y="1410"/>
                    <a:pt x="2347" y="1738"/>
                  </a:cubicBezTo>
                  <a:lnTo>
                    <a:pt x="2347" y="1738"/>
                  </a:lnTo>
                  <a:cubicBezTo>
                    <a:pt x="2223" y="1953"/>
                    <a:pt x="2068" y="2103"/>
                    <a:pt x="1914" y="2219"/>
                  </a:cubicBezTo>
                  <a:cubicBezTo>
                    <a:pt x="1740" y="2393"/>
                    <a:pt x="1522" y="2436"/>
                    <a:pt x="1305" y="2436"/>
                  </a:cubicBezTo>
                  <a:cubicBezTo>
                    <a:pt x="1044" y="2436"/>
                    <a:pt x="826" y="2349"/>
                    <a:pt x="653" y="2219"/>
                  </a:cubicBezTo>
                  <a:cubicBezTo>
                    <a:pt x="522" y="2045"/>
                    <a:pt x="435" y="1784"/>
                    <a:pt x="435" y="1436"/>
                  </a:cubicBezTo>
                  <a:cubicBezTo>
                    <a:pt x="435" y="1088"/>
                    <a:pt x="522" y="784"/>
                    <a:pt x="653" y="610"/>
                  </a:cubicBezTo>
                  <a:cubicBezTo>
                    <a:pt x="826" y="436"/>
                    <a:pt x="1044" y="349"/>
                    <a:pt x="1392" y="349"/>
                  </a:cubicBezTo>
                  <a:close/>
                  <a:moveTo>
                    <a:pt x="1392" y="1"/>
                  </a:moveTo>
                  <a:cubicBezTo>
                    <a:pt x="1131" y="1"/>
                    <a:pt x="913" y="44"/>
                    <a:pt x="696" y="131"/>
                  </a:cubicBezTo>
                  <a:cubicBezTo>
                    <a:pt x="479" y="262"/>
                    <a:pt x="305" y="392"/>
                    <a:pt x="174" y="610"/>
                  </a:cubicBezTo>
                  <a:cubicBezTo>
                    <a:pt x="87" y="827"/>
                    <a:pt x="0" y="1088"/>
                    <a:pt x="0" y="1393"/>
                  </a:cubicBezTo>
                  <a:cubicBezTo>
                    <a:pt x="0" y="1697"/>
                    <a:pt x="44" y="1958"/>
                    <a:pt x="174" y="2132"/>
                  </a:cubicBezTo>
                  <a:cubicBezTo>
                    <a:pt x="261" y="2349"/>
                    <a:pt x="435" y="2523"/>
                    <a:pt x="609" y="2610"/>
                  </a:cubicBezTo>
                  <a:cubicBezTo>
                    <a:pt x="783" y="2741"/>
                    <a:pt x="1000" y="2784"/>
                    <a:pt x="1261" y="2784"/>
                  </a:cubicBezTo>
                  <a:cubicBezTo>
                    <a:pt x="1522" y="2784"/>
                    <a:pt x="1740" y="2741"/>
                    <a:pt x="1957" y="2610"/>
                  </a:cubicBezTo>
                  <a:cubicBezTo>
                    <a:pt x="2106" y="2499"/>
                    <a:pt x="2254" y="2356"/>
                    <a:pt x="2349" y="2208"/>
                  </a:cubicBezTo>
                  <a:lnTo>
                    <a:pt x="2349" y="2208"/>
                  </a:lnTo>
                  <a:cubicBezTo>
                    <a:pt x="2344" y="2586"/>
                    <a:pt x="2258" y="2922"/>
                    <a:pt x="2131" y="3176"/>
                  </a:cubicBezTo>
                  <a:cubicBezTo>
                    <a:pt x="2001" y="3437"/>
                    <a:pt x="1783" y="3654"/>
                    <a:pt x="1479" y="3785"/>
                  </a:cubicBezTo>
                  <a:cubicBezTo>
                    <a:pt x="1218" y="3959"/>
                    <a:pt x="826" y="4133"/>
                    <a:pt x="435" y="4220"/>
                  </a:cubicBezTo>
                  <a:lnTo>
                    <a:pt x="522" y="4568"/>
                  </a:lnTo>
                  <a:cubicBezTo>
                    <a:pt x="913" y="4437"/>
                    <a:pt x="1261" y="4307"/>
                    <a:pt x="1522" y="4176"/>
                  </a:cubicBezTo>
                  <a:cubicBezTo>
                    <a:pt x="1827" y="4046"/>
                    <a:pt x="2044" y="3872"/>
                    <a:pt x="2218" y="3698"/>
                  </a:cubicBezTo>
                  <a:cubicBezTo>
                    <a:pt x="2436" y="3480"/>
                    <a:pt x="2566" y="3219"/>
                    <a:pt x="2653" y="2915"/>
                  </a:cubicBezTo>
                  <a:cubicBezTo>
                    <a:pt x="2740" y="2610"/>
                    <a:pt x="2784" y="2262"/>
                    <a:pt x="2784" y="1784"/>
                  </a:cubicBezTo>
                  <a:cubicBezTo>
                    <a:pt x="2784" y="1436"/>
                    <a:pt x="2697" y="1088"/>
                    <a:pt x="2610" y="827"/>
                  </a:cubicBezTo>
                  <a:cubicBezTo>
                    <a:pt x="2523" y="566"/>
                    <a:pt x="2349" y="349"/>
                    <a:pt x="2175" y="218"/>
                  </a:cubicBezTo>
                  <a:cubicBezTo>
                    <a:pt x="1957" y="44"/>
                    <a:pt x="1696" y="1"/>
                    <a:pt x="1392" y="1"/>
                  </a:cubicBezTo>
                  <a:close/>
                </a:path>
              </a:pathLst>
            </a:custGeom>
            <a:solidFill>
              <a:srgbClr val="181C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15"/>
            <p:cNvSpPr/>
            <p:nvPr/>
          </p:nvSpPr>
          <p:spPr>
            <a:xfrm>
              <a:off x="2447025" y="5200675"/>
              <a:ext cx="68525" cy="114200"/>
            </a:xfrm>
            <a:custGeom>
              <a:rect b="b" l="l" r="r" t="t"/>
              <a:pathLst>
                <a:path extrusionOk="0" h="4568" w="2741">
                  <a:moveTo>
                    <a:pt x="1348" y="349"/>
                  </a:moveTo>
                  <a:cubicBezTo>
                    <a:pt x="1566" y="349"/>
                    <a:pt x="1740" y="392"/>
                    <a:pt x="1870" y="479"/>
                  </a:cubicBezTo>
                  <a:cubicBezTo>
                    <a:pt x="2044" y="566"/>
                    <a:pt x="2131" y="740"/>
                    <a:pt x="2218" y="958"/>
                  </a:cubicBezTo>
                  <a:cubicBezTo>
                    <a:pt x="2258" y="1158"/>
                    <a:pt x="2298" y="1433"/>
                    <a:pt x="2304" y="1783"/>
                  </a:cubicBezTo>
                  <a:lnTo>
                    <a:pt x="2304" y="1783"/>
                  </a:lnTo>
                  <a:cubicBezTo>
                    <a:pt x="2171" y="1974"/>
                    <a:pt x="2057" y="2111"/>
                    <a:pt x="1914" y="2219"/>
                  </a:cubicBezTo>
                  <a:cubicBezTo>
                    <a:pt x="1740" y="2393"/>
                    <a:pt x="1522" y="2436"/>
                    <a:pt x="1261" y="2436"/>
                  </a:cubicBezTo>
                  <a:cubicBezTo>
                    <a:pt x="1000" y="2436"/>
                    <a:pt x="783" y="2349"/>
                    <a:pt x="652" y="2219"/>
                  </a:cubicBezTo>
                  <a:cubicBezTo>
                    <a:pt x="478" y="2045"/>
                    <a:pt x="391" y="1784"/>
                    <a:pt x="391" y="1436"/>
                  </a:cubicBezTo>
                  <a:cubicBezTo>
                    <a:pt x="391" y="1088"/>
                    <a:pt x="478" y="784"/>
                    <a:pt x="652" y="610"/>
                  </a:cubicBezTo>
                  <a:cubicBezTo>
                    <a:pt x="783" y="436"/>
                    <a:pt x="1044" y="349"/>
                    <a:pt x="1348" y="349"/>
                  </a:cubicBezTo>
                  <a:close/>
                  <a:moveTo>
                    <a:pt x="1348" y="1"/>
                  </a:moveTo>
                  <a:cubicBezTo>
                    <a:pt x="1087" y="1"/>
                    <a:pt x="870" y="44"/>
                    <a:pt x="652" y="131"/>
                  </a:cubicBezTo>
                  <a:cubicBezTo>
                    <a:pt x="478" y="262"/>
                    <a:pt x="304" y="392"/>
                    <a:pt x="174" y="610"/>
                  </a:cubicBezTo>
                  <a:cubicBezTo>
                    <a:pt x="43" y="827"/>
                    <a:pt x="0" y="1088"/>
                    <a:pt x="0" y="1393"/>
                  </a:cubicBezTo>
                  <a:cubicBezTo>
                    <a:pt x="0" y="1697"/>
                    <a:pt x="43" y="1958"/>
                    <a:pt x="130" y="2132"/>
                  </a:cubicBezTo>
                  <a:cubicBezTo>
                    <a:pt x="261" y="2349"/>
                    <a:pt x="391" y="2523"/>
                    <a:pt x="609" y="2610"/>
                  </a:cubicBezTo>
                  <a:cubicBezTo>
                    <a:pt x="783" y="2741"/>
                    <a:pt x="1000" y="2784"/>
                    <a:pt x="1261" y="2784"/>
                  </a:cubicBezTo>
                  <a:cubicBezTo>
                    <a:pt x="1522" y="2784"/>
                    <a:pt x="1740" y="2741"/>
                    <a:pt x="1914" y="2610"/>
                  </a:cubicBezTo>
                  <a:cubicBezTo>
                    <a:pt x="2051" y="2507"/>
                    <a:pt x="2188" y="2377"/>
                    <a:pt x="2304" y="2241"/>
                  </a:cubicBezTo>
                  <a:lnTo>
                    <a:pt x="2304" y="2241"/>
                  </a:lnTo>
                  <a:cubicBezTo>
                    <a:pt x="2295" y="2606"/>
                    <a:pt x="2211" y="2930"/>
                    <a:pt x="2088" y="3176"/>
                  </a:cubicBezTo>
                  <a:cubicBezTo>
                    <a:pt x="1957" y="3437"/>
                    <a:pt x="1740" y="3654"/>
                    <a:pt x="1479" y="3785"/>
                  </a:cubicBezTo>
                  <a:cubicBezTo>
                    <a:pt x="1174" y="3959"/>
                    <a:pt x="826" y="4133"/>
                    <a:pt x="391" y="4220"/>
                  </a:cubicBezTo>
                  <a:lnTo>
                    <a:pt x="478" y="4568"/>
                  </a:lnTo>
                  <a:cubicBezTo>
                    <a:pt x="870" y="4437"/>
                    <a:pt x="1218" y="4307"/>
                    <a:pt x="1522" y="4176"/>
                  </a:cubicBezTo>
                  <a:cubicBezTo>
                    <a:pt x="1783" y="4046"/>
                    <a:pt x="2044" y="3872"/>
                    <a:pt x="2218" y="3698"/>
                  </a:cubicBezTo>
                  <a:cubicBezTo>
                    <a:pt x="2392" y="3480"/>
                    <a:pt x="2523" y="3219"/>
                    <a:pt x="2610" y="2915"/>
                  </a:cubicBezTo>
                  <a:cubicBezTo>
                    <a:pt x="2697" y="2610"/>
                    <a:pt x="2740" y="2262"/>
                    <a:pt x="2740" y="1784"/>
                  </a:cubicBezTo>
                  <a:cubicBezTo>
                    <a:pt x="2740" y="1436"/>
                    <a:pt x="2697" y="1088"/>
                    <a:pt x="2610" y="827"/>
                  </a:cubicBezTo>
                  <a:cubicBezTo>
                    <a:pt x="2479" y="566"/>
                    <a:pt x="2349" y="349"/>
                    <a:pt x="2131" y="218"/>
                  </a:cubicBezTo>
                  <a:cubicBezTo>
                    <a:pt x="1914" y="44"/>
                    <a:pt x="1653" y="1"/>
                    <a:pt x="1348" y="1"/>
                  </a:cubicBezTo>
                  <a:close/>
                </a:path>
              </a:pathLst>
            </a:custGeom>
            <a:solidFill>
              <a:srgbClr val="181C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15"/>
            <p:cNvSpPr/>
            <p:nvPr/>
          </p:nvSpPr>
          <p:spPr>
            <a:xfrm>
              <a:off x="2554650" y="5201775"/>
              <a:ext cx="63100" cy="109850"/>
            </a:xfrm>
            <a:custGeom>
              <a:rect b="b" l="l" r="r" t="t"/>
              <a:pathLst>
                <a:path extrusionOk="0" h="4394" w="2524">
                  <a:moveTo>
                    <a:pt x="1" y="0"/>
                  </a:moveTo>
                  <a:lnTo>
                    <a:pt x="1" y="4393"/>
                  </a:lnTo>
                  <a:lnTo>
                    <a:pt x="392" y="4393"/>
                  </a:lnTo>
                  <a:lnTo>
                    <a:pt x="392" y="2392"/>
                  </a:lnTo>
                  <a:lnTo>
                    <a:pt x="2175" y="2392"/>
                  </a:lnTo>
                  <a:lnTo>
                    <a:pt x="2175" y="2001"/>
                  </a:lnTo>
                  <a:lnTo>
                    <a:pt x="392" y="2001"/>
                  </a:lnTo>
                  <a:lnTo>
                    <a:pt x="392" y="348"/>
                  </a:lnTo>
                  <a:lnTo>
                    <a:pt x="2436" y="348"/>
                  </a:lnTo>
                  <a:lnTo>
                    <a:pt x="2523" y="0"/>
                  </a:lnTo>
                  <a:close/>
                </a:path>
              </a:pathLst>
            </a:custGeom>
            <a:solidFill>
              <a:srgbClr val="181C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15"/>
            <p:cNvSpPr/>
            <p:nvPr/>
          </p:nvSpPr>
          <p:spPr>
            <a:xfrm>
              <a:off x="2643825" y="5201775"/>
              <a:ext cx="65250" cy="109850"/>
            </a:xfrm>
            <a:custGeom>
              <a:rect b="b" l="l" r="r" t="t"/>
              <a:pathLst>
                <a:path extrusionOk="0" h="4394" w="2610">
                  <a:moveTo>
                    <a:pt x="1305" y="0"/>
                  </a:moveTo>
                  <a:lnTo>
                    <a:pt x="0" y="783"/>
                  </a:lnTo>
                  <a:lnTo>
                    <a:pt x="218" y="1088"/>
                  </a:lnTo>
                  <a:lnTo>
                    <a:pt x="1218" y="435"/>
                  </a:lnTo>
                  <a:lnTo>
                    <a:pt x="1218" y="4045"/>
                  </a:lnTo>
                  <a:lnTo>
                    <a:pt x="131" y="4045"/>
                  </a:lnTo>
                  <a:lnTo>
                    <a:pt x="131" y="4393"/>
                  </a:lnTo>
                  <a:lnTo>
                    <a:pt x="2610" y="4393"/>
                  </a:lnTo>
                  <a:lnTo>
                    <a:pt x="2610" y="4045"/>
                  </a:lnTo>
                  <a:lnTo>
                    <a:pt x="1653" y="4045"/>
                  </a:lnTo>
                  <a:lnTo>
                    <a:pt x="1653" y="0"/>
                  </a:lnTo>
                  <a:close/>
                </a:path>
              </a:pathLst>
            </a:custGeom>
            <a:solidFill>
              <a:srgbClr val="181C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15"/>
            <p:cNvSpPr/>
            <p:nvPr/>
          </p:nvSpPr>
          <p:spPr>
            <a:xfrm>
              <a:off x="4897850" y="5201775"/>
              <a:ext cx="77225" cy="109850"/>
            </a:xfrm>
            <a:custGeom>
              <a:rect b="b" l="l" r="r" t="t"/>
              <a:pathLst>
                <a:path extrusionOk="0" h="4394" w="3089">
                  <a:moveTo>
                    <a:pt x="2175" y="1436"/>
                  </a:moveTo>
                  <a:lnTo>
                    <a:pt x="1957" y="2914"/>
                  </a:lnTo>
                  <a:lnTo>
                    <a:pt x="914" y="2914"/>
                  </a:lnTo>
                  <a:lnTo>
                    <a:pt x="1131" y="1436"/>
                  </a:lnTo>
                  <a:close/>
                  <a:moveTo>
                    <a:pt x="1001" y="0"/>
                  </a:moveTo>
                  <a:lnTo>
                    <a:pt x="827" y="1088"/>
                  </a:lnTo>
                  <a:lnTo>
                    <a:pt x="218" y="1088"/>
                  </a:lnTo>
                  <a:lnTo>
                    <a:pt x="218" y="1436"/>
                  </a:lnTo>
                  <a:lnTo>
                    <a:pt x="783" y="1436"/>
                  </a:lnTo>
                  <a:lnTo>
                    <a:pt x="609" y="2914"/>
                  </a:lnTo>
                  <a:lnTo>
                    <a:pt x="0" y="2914"/>
                  </a:lnTo>
                  <a:lnTo>
                    <a:pt x="0" y="3262"/>
                  </a:lnTo>
                  <a:lnTo>
                    <a:pt x="522" y="3262"/>
                  </a:lnTo>
                  <a:lnTo>
                    <a:pt x="392" y="4393"/>
                  </a:lnTo>
                  <a:lnTo>
                    <a:pt x="740" y="4393"/>
                  </a:lnTo>
                  <a:lnTo>
                    <a:pt x="870" y="3262"/>
                  </a:lnTo>
                  <a:lnTo>
                    <a:pt x="1914" y="3262"/>
                  </a:lnTo>
                  <a:lnTo>
                    <a:pt x="1783" y="4393"/>
                  </a:lnTo>
                  <a:lnTo>
                    <a:pt x="2131" y="4393"/>
                  </a:lnTo>
                  <a:lnTo>
                    <a:pt x="2262" y="3262"/>
                  </a:lnTo>
                  <a:lnTo>
                    <a:pt x="2871" y="3262"/>
                  </a:lnTo>
                  <a:lnTo>
                    <a:pt x="2871" y="2914"/>
                  </a:lnTo>
                  <a:lnTo>
                    <a:pt x="2305" y="2914"/>
                  </a:lnTo>
                  <a:lnTo>
                    <a:pt x="2523" y="1436"/>
                  </a:lnTo>
                  <a:lnTo>
                    <a:pt x="3088" y="1436"/>
                  </a:lnTo>
                  <a:lnTo>
                    <a:pt x="3088" y="1088"/>
                  </a:lnTo>
                  <a:lnTo>
                    <a:pt x="2566" y="1088"/>
                  </a:lnTo>
                  <a:lnTo>
                    <a:pt x="2697" y="0"/>
                  </a:lnTo>
                  <a:lnTo>
                    <a:pt x="2349" y="0"/>
                  </a:lnTo>
                  <a:lnTo>
                    <a:pt x="2218" y="1088"/>
                  </a:lnTo>
                  <a:lnTo>
                    <a:pt x="1175" y="1088"/>
                  </a:lnTo>
                  <a:lnTo>
                    <a:pt x="1349" y="0"/>
                  </a:lnTo>
                  <a:close/>
                </a:path>
              </a:pathLst>
            </a:custGeom>
            <a:solidFill>
              <a:srgbClr val="FFFB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15"/>
            <p:cNvSpPr/>
            <p:nvPr/>
          </p:nvSpPr>
          <p:spPr>
            <a:xfrm>
              <a:off x="4994625" y="5199600"/>
              <a:ext cx="69600" cy="113100"/>
            </a:xfrm>
            <a:custGeom>
              <a:rect b="b" l="l" r="r" t="t"/>
              <a:pathLst>
                <a:path extrusionOk="0" h="4524" w="2784">
                  <a:moveTo>
                    <a:pt x="1305" y="0"/>
                  </a:moveTo>
                  <a:cubicBezTo>
                    <a:pt x="1131" y="0"/>
                    <a:pt x="914" y="44"/>
                    <a:pt x="740" y="131"/>
                  </a:cubicBezTo>
                  <a:cubicBezTo>
                    <a:pt x="522" y="218"/>
                    <a:pt x="348" y="305"/>
                    <a:pt x="131" y="479"/>
                  </a:cubicBezTo>
                  <a:lnTo>
                    <a:pt x="392" y="783"/>
                  </a:lnTo>
                  <a:cubicBezTo>
                    <a:pt x="522" y="609"/>
                    <a:pt x="696" y="522"/>
                    <a:pt x="827" y="435"/>
                  </a:cubicBezTo>
                  <a:cubicBezTo>
                    <a:pt x="957" y="392"/>
                    <a:pt x="1131" y="348"/>
                    <a:pt x="1348" y="348"/>
                  </a:cubicBezTo>
                  <a:cubicBezTo>
                    <a:pt x="1566" y="348"/>
                    <a:pt x="1783" y="435"/>
                    <a:pt x="1957" y="566"/>
                  </a:cubicBezTo>
                  <a:cubicBezTo>
                    <a:pt x="2131" y="696"/>
                    <a:pt x="2218" y="914"/>
                    <a:pt x="2218" y="1175"/>
                  </a:cubicBezTo>
                  <a:cubicBezTo>
                    <a:pt x="2218" y="1349"/>
                    <a:pt x="2175" y="1523"/>
                    <a:pt x="2088" y="1610"/>
                  </a:cubicBezTo>
                  <a:cubicBezTo>
                    <a:pt x="2001" y="1740"/>
                    <a:pt x="1870" y="1827"/>
                    <a:pt x="1740" y="1914"/>
                  </a:cubicBezTo>
                  <a:cubicBezTo>
                    <a:pt x="1609" y="1957"/>
                    <a:pt x="1479" y="2001"/>
                    <a:pt x="1348" y="2001"/>
                  </a:cubicBezTo>
                  <a:lnTo>
                    <a:pt x="1087" y="2001"/>
                  </a:lnTo>
                  <a:lnTo>
                    <a:pt x="1044" y="2349"/>
                  </a:lnTo>
                  <a:lnTo>
                    <a:pt x="1392" y="2349"/>
                  </a:lnTo>
                  <a:cubicBezTo>
                    <a:pt x="1566" y="2349"/>
                    <a:pt x="1740" y="2349"/>
                    <a:pt x="1870" y="2392"/>
                  </a:cubicBezTo>
                  <a:cubicBezTo>
                    <a:pt x="2001" y="2479"/>
                    <a:pt x="2131" y="2566"/>
                    <a:pt x="2218" y="2697"/>
                  </a:cubicBezTo>
                  <a:cubicBezTo>
                    <a:pt x="2305" y="2827"/>
                    <a:pt x="2349" y="3001"/>
                    <a:pt x="2349" y="3219"/>
                  </a:cubicBezTo>
                  <a:cubicBezTo>
                    <a:pt x="2349" y="3523"/>
                    <a:pt x="2262" y="3741"/>
                    <a:pt x="2088" y="3915"/>
                  </a:cubicBezTo>
                  <a:cubicBezTo>
                    <a:pt x="1870" y="4089"/>
                    <a:pt x="1653" y="4176"/>
                    <a:pt x="1305" y="4176"/>
                  </a:cubicBezTo>
                  <a:cubicBezTo>
                    <a:pt x="1131" y="4176"/>
                    <a:pt x="957" y="4176"/>
                    <a:pt x="740" y="4089"/>
                  </a:cubicBezTo>
                  <a:cubicBezTo>
                    <a:pt x="566" y="4002"/>
                    <a:pt x="435" y="3915"/>
                    <a:pt x="305" y="3741"/>
                  </a:cubicBezTo>
                  <a:lnTo>
                    <a:pt x="0" y="3958"/>
                  </a:lnTo>
                  <a:cubicBezTo>
                    <a:pt x="174" y="4176"/>
                    <a:pt x="348" y="4306"/>
                    <a:pt x="609" y="4393"/>
                  </a:cubicBezTo>
                  <a:cubicBezTo>
                    <a:pt x="827" y="4480"/>
                    <a:pt x="1087" y="4524"/>
                    <a:pt x="1305" y="4524"/>
                  </a:cubicBezTo>
                  <a:cubicBezTo>
                    <a:pt x="1566" y="4524"/>
                    <a:pt x="1827" y="4480"/>
                    <a:pt x="2044" y="4393"/>
                  </a:cubicBezTo>
                  <a:cubicBezTo>
                    <a:pt x="2262" y="4263"/>
                    <a:pt x="2436" y="4089"/>
                    <a:pt x="2566" y="3871"/>
                  </a:cubicBezTo>
                  <a:cubicBezTo>
                    <a:pt x="2697" y="3697"/>
                    <a:pt x="2784" y="3436"/>
                    <a:pt x="2784" y="3219"/>
                  </a:cubicBezTo>
                  <a:cubicBezTo>
                    <a:pt x="2784" y="2958"/>
                    <a:pt x="2697" y="2784"/>
                    <a:pt x="2610" y="2610"/>
                  </a:cubicBezTo>
                  <a:cubicBezTo>
                    <a:pt x="2523" y="2479"/>
                    <a:pt x="2392" y="2349"/>
                    <a:pt x="2262" y="2262"/>
                  </a:cubicBezTo>
                  <a:cubicBezTo>
                    <a:pt x="2088" y="2175"/>
                    <a:pt x="1957" y="2131"/>
                    <a:pt x="1783" y="2131"/>
                  </a:cubicBezTo>
                  <a:cubicBezTo>
                    <a:pt x="1914" y="2088"/>
                    <a:pt x="2044" y="2044"/>
                    <a:pt x="2175" y="1957"/>
                  </a:cubicBezTo>
                  <a:cubicBezTo>
                    <a:pt x="2305" y="1870"/>
                    <a:pt x="2436" y="1740"/>
                    <a:pt x="2523" y="1610"/>
                  </a:cubicBezTo>
                  <a:cubicBezTo>
                    <a:pt x="2566" y="1436"/>
                    <a:pt x="2610" y="1305"/>
                    <a:pt x="2610" y="1131"/>
                  </a:cubicBezTo>
                  <a:cubicBezTo>
                    <a:pt x="2610" y="914"/>
                    <a:pt x="2566" y="740"/>
                    <a:pt x="2479" y="566"/>
                  </a:cubicBezTo>
                  <a:cubicBezTo>
                    <a:pt x="2349" y="392"/>
                    <a:pt x="2218" y="261"/>
                    <a:pt x="2001" y="174"/>
                  </a:cubicBezTo>
                  <a:cubicBezTo>
                    <a:pt x="1827" y="87"/>
                    <a:pt x="1566" y="0"/>
                    <a:pt x="1305" y="0"/>
                  </a:cubicBezTo>
                  <a:close/>
                </a:path>
              </a:pathLst>
            </a:custGeom>
            <a:solidFill>
              <a:srgbClr val="FFFB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15"/>
            <p:cNvSpPr/>
            <p:nvPr/>
          </p:nvSpPr>
          <p:spPr>
            <a:xfrm>
              <a:off x="5097900" y="5201775"/>
              <a:ext cx="64200" cy="109850"/>
            </a:xfrm>
            <a:custGeom>
              <a:rect b="b" l="l" r="r" t="t"/>
              <a:pathLst>
                <a:path extrusionOk="0" h="4394" w="2568">
                  <a:moveTo>
                    <a:pt x="1262" y="0"/>
                  </a:moveTo>
                  <a:lnTo>
                    <a:pt x="1" y="783"/>
                  </a:lnTo>
                  <a:lnTo>
                    <a:pt x="175" y="1088"/>
                  </a:lnTo>
                  <a:lnTo>
                    <a:pt x="1219" y="435"/>
                  </a:lnTo>
                  <a:lnTo>
                    <a:pt x="1219" y="4045"/>
                  </a:lnTo>
                  <a:lnTo>
                    <a:pt x="131" y="4045"/>
                  </a:lnTo>
                  <a:lnTo>
                    <a:pt x="131" y="4393"/>
                  </a:lnTo>
                  <a:lnTo>
                    <a:pt x="2567" y="4393"/>
                  </a:lnTo>
                  <a:lnTo>
                    <a:pt x="2567" y="4045"/>
                  </a:lnTo>
                  <a:lnTo>
                    <a:pt x="1610" y="4045"/>
                  </a:lnTo>
                  <a:lnTo>
                    <a:pt x="1610" y="0"/>
                  </a:lnTo>
                  <a:close/>
                </a:path>
              </a:pathLst>
            </a:custGeom>
            <a:solidFill>
              <a:srgbClr val="FFFB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15"/>
            <p:cNvSpPr/>
            <p:nvPr/>
          </p:nvSpPr>
          <p:spPr>
            <a:xfrm>
              <a:off x="5190325" y="5199600"/>
              <a:ext cx="70700" cy="112025"/>
            </a:xfrm>
            <a:custGeom>
              <a:rect b="b" l="l" r="r" t="t"/>
              <a:pathLst>
                <a:path extrusionOk="0" h="4481" w="2828">
                  <a:moveTo>
                    <a:pt x="1306" y="0"/>
                  </a:moveTo>
                  <a:lnTo>
                    <a:pt x="1" y="3045"/>
                  </a:lnTo>
                  <a:lnTo>
                    <a:pt x="1" y="3349"/>
                  </a:lnTo>
                  <a:lnTo>
                    <a:pt x="1828" y="3349"/>
                  </a:lnTo>
                  <a:lnTo>
                    <a:pt x="1828" y="4480"/>
                  </a:lnTo>
                  <a:lnTo>
                    <a:pt x="2219" y="4480"/>
                  </a:lnTo>
                  <a:lnTo>
                    <a:pt x="2219" y="3349"/>
                  </a:lnTo>
                  <a:lnTo>
                    <a:pt x="2828" y="3349"/>
                  </a:lnTo>
                  <a:lnTo>
                    <a:pt x="2828" y="3045"/>
                  </a:lnTo>
                  <a:lnTo>
                    <a:pt x="2219" y="3045"/>
                  </a:lnTo>
                  <a:lnTo>
                    <a:pt x="2219" y="1740"/>
                  </a:lnTo>
                  <a:lnTo>
                    <a:pt x="1871" y="1740"/>
                  </a:lnTo>
                  <a:lnTo>
                    <a:pt x="1830" y="3045"/>
                  </a:lnTo>
                  <a:lnTo>
                    <a:pt x="392" y="3045"/>
                  </a:lnTo>
                  <a:lnTo>
                    <a:pt x="1610" y="174"/>
                  </a:lnTo>
                  <a:lnTo>
                    <a:pt x="1306" y="0"/>
                  </a:lnTo>
                  <a:close/>
                </a:path>
              </a:pathLst>
            </a:custGeom>
            <a:solidFill>
              <a:srgbClr val="FFFB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15"/>
            <p:cNvSpPr/>
            <p:nvPr/>
          </p:nvSpPr>
          <p:spPr>
            <a:xfrm>
              <a:off x="5288200" y="5201775"/>
              <a:ext cx="72875" cy="109850"/>
            </a:xfrm>
            <a:custGeom>
              <a:rect b="b" l="l" r="r" t="t"/>
              <a:pathLst>
                <a:path extrusionOk="0" h="4394" w="2915">
                  <a:moveTo>
                    <a:pt x="1001" y="348"/>
                  </a:moveTo>
                  <a:cubicBezTo>
                    <a:pt x="1175" y="348"/>
                    <a:pt x="1349" y="392"/>
                    <a:pt x="1479" y="392"/>
                  </a:cubicBezTo>
                  <a:cubicBezTo>
                    <a:pt x="1653" y="435"/>
                    <a:pt x="1827" y="522"/>
                    <a:pt x="1957" y="653"/>
                  </a:cubicBezTo>
                  <a:cubicBezTo>
                    <a:pt x="2131" y="783"/>
                    <a:pt x="2218" y="957"/>
                    <a:pt x="2305" y="1175"/>
                  </a:cubicBezTo>
                  <a:cubicBezTo>
                    <a:pt x="2392" y="1436"/>
                    <a:pt x="2436" y="1783"/>
                    <a:pt x="2436" y="2175"/>
                  </a:cubicBezTo>
                  <a:cubicBezTo>
                    <a:pt x="2436" y="2566"/>
                    <a:pt x="2392" y="2871"/>
                    <a:pt x="2305" y="3132"/>
                  </a:cubicBezTo>
                  <a:cubicBezTo>
                    <a:pt x="2218" y="3349"/>
                    <a:pt x="2131" y="3567"/>
                    <a:pt x="1957" y="3697"/>
                  </a:cubicBezTo>
                  <a:cubicBezTo>
                    <a:pt x="1827" y="3828"/>
                    <a:pt x="1696" y="3915"/>
                    <a:pt x="1523" y="3958"/>
                  </a:cubicBezTo>
                  <a:cubicBezTo>
                    <a:pt x="1349" y="4002"/>
                    <a:pt x="1175" y="4045"/>
                    <a:pt x="1001" y="4045"/>
                  </a:cubicBezTo>
                  <a:lnTo>
                    <a:pt x="392" y="4045"/>
                  </a:lnTo>
                  <a:lnTo>
                    <a:pt x="392" y="348"/>
                  </a:lnTo>
                  <a:close/>
                  <a:moveTo>
                    <a:pt x="0" y="0"/>
                  </a:moveTo>
                  <a:lnTo>
                    <a:pt x="0" y="4393"/>
                  </a:lnTo>
                  <a:lnTo>
                    <a:pt x="957" y="4393"/>
                  </a:lnTo>
                  <a:cubicBezTo>
                    <a:pt x="1131" y="4393"/>
                    <a:pt x="1305" y="4393"/>
                    <a:pt x="1479" y="4350"/>
                  </a:cubicBezTo>
                  <a:cubicBezTo>
                    <a:pt x="1653" y="4306"/>
                    <a:pt x="1827" y="4263"/>
                    <a:pt x="2001" y="4132"/>
                  </a:cubicBezTo>
                  <a:cubicBezTo>
                    <a:pt x="2175" y="4045"/>
                    <a:pt x="2305" y="3915"/>
                    <a:pt x="2479" y="3741"/>
                  </a:cubicBezTo>
                  <a:cubicBezTo>
                    <a:pt x="2610" y="3610"/>
                    <a:pt x="2697" y="3393"/>
                    <a:pt x="2784" y="3132"/>
                  </a:cubicBezTo>
                  <a:cubicBezTo>
                    <a:pt x="2871" y="2871"/>
                    <a:pt x="2914" y="2523"/>
                    <a:pt x="2914" y="2175"/>
                  </a:cubicBezTo>
                  <a:cubicBezTo>
                    <a:pt x="2914" y="1696"/>
                    <a:pt x="2827" y="1349"/>
                    <a:pt x="2740" y="1044"/>
                  </a:cubicBezTo>
                  <a:cubicBezTo>
                    <a:pt x="2610" y="783"/>
                    <a:pt x="2436" y="566"/>
                    <a:pt x="2262" y="392"/>
                  </a:cubicBezTo>
                  <a:cubicBezTo>
                    <a:pt x="2088" y="261"/>
                    <a:pt x="1870" y="131"/>
                    <a:pt x="1610" y="87"/>
                  </a:cubicBezTo>
                  <a:cubicBezTo>
                    <a:pt x="1392" y="44"/>
                    <a:pt x="1131" y="0"/>
                    <a:pt x="870" y="0"/>
                  </a:cubicBezTo>
                  <a:close/>
                </a:path>
              </a:pathLst>
            </a:custGeom>
            <a:solidFill>
              <a:srgbClr val="FFFB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15"/>
            <p:cNvSpPr/>
            <p:nvPr/>
          </p:nvSpPr>
          <p:spPr>
            <a:xfrm>
              <a:off x="5374100" y="5201775"/>
              <a:ext cx="87000" cy="109850"/>
            </a:xfrm>
            <a:custGeom>
              <a:rect b="b" l="l" r="r" t="t"/>
              <a:pathLst>
                <a:path extrusionOk="0" h="4394" w="3480">
                  <a:moveTo>
                    <a:pt x="1740" y="392"/>
                  </a:moveTo>
                  <a:lnTo>
                    <a:pt x="2523" y="2827"/>
                  </a:lnTo>
                  <a:lnTo>
                    <a:pt x="914" y="2827"/>
                  </a:lnTo>
                  <a:lnTo>
                    <a:pt x="1740" y="392"/>
                  </a:lnTo>
                  <a:close/>
                  <a:moveTo>
                    <a:pt x="1479" y="0"/>
                  </a:moveTo>
                  <a:lnTo>
                    <a:pt x="0" y="4393"/>
                  </a:lnTo>
                  <a:lnTo>
                    <a:pt x="392" y="4393"/>
                  </a:lnTo>
                  <a:lnTo>
                    <a:pt x="783" y="3219"/>
                  </a:lnTo>
                  <a:lnTo>
                    <a:pt x="2653" y="3219"/>
                  </a:lnTo>
                  <a:lnTo>
                    <a:pt x="3045" y="4393"/>
                  </a:lnTo>
                  <a:lnTo>
                    <a:pt x="3480" y="4393"/>
                  </a:lnTo>
                  <a:lnTo>
                    <a:pt x="2001" y="0"/>
                  </a:lnTo>
                  <a:close/>
                </a:path>
              </a:pathLst>
            </a:custGeom>
            <a:solidFill>
              <a:srgbClr val="FFFB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15"/>
            <p:cNvSpPr/>
            <p:nvPr/>
          </p:nvSpPr>
          <p:spPr>
            <a:xfrm>
              <a:off x="5479575" y="5199600"/>
              <a:ext cx="68525" cy="114200"/>
            </a:xfrm>
            <a:custGeom>
              <a:rect b="b" l="l" r="r" t="t"/>
              <a:pathLst>
                <a:path extrusionOk="0" h="4568" w="2741">
                  <a:moveTo>
                    <a:pt x="1479" y="2001"/>
                  </a:moveTo>
                  <a:cubicBezTo>
                    <a:pt x="1609" y="2001"/>
                    <a:pt x="1783" y="2044"/>
                    <a:pt x="1914" y="2088"/>
                  </a:cubicBezTo>
                  <a:cubicBezTo>
                    <a:pt x="2044" y="2175"/>
                    <a:pt x="2131" y="2262"/>
                    <a:pt x="2218" y="2392"/>
                  </a:cubicBezTo>
                  <a:cubicBezTo>
                    <a:pt x="2305" y="2566"/>
                    <a:pt x="2305" y="2740"/>
                    <a:pt x="2305" y="3001"/>
                  </a:cubicBezTo>
                  <a:cubicBezTo>
                    <a:pt x="2305" y="3393"/>
                    <a:pt x="2262" y="3697"/>
                    <a:pt x="2088" y="3871"/>
                  </a:cubicBezTo>
                  <a:cubicBezTo>
                    <a:pt x="1957" y="4089"/>
                    <a:pt x="1696" y="4176"/>
                    <a:pt x="1392" y="4176"/>
                  </a:cubicBezTo>
                  <a:cubicBezTo>
                    <a:pt x="1044" y="4176"/>
                    <a:pt x="783" y="4089"/>
                    <a:pt x="652" y="3828"/>
                  </a:cubicBezTo>
                  <a:cubicBezTo>
                    <a:pt x="492" y="3587"/>
                    <a:pt x="405" y="3198"/>
                    <a:pt x="393" y="2729"/>
                  </a:cubicBezTo>
                  <a:lnTo>
                    <a:pt x="393" y="2729"/>
                  </a:lnTo>
                  <a:cubicBezTo>
                    <a:pt x="488" y="2545"/>
                    <a:pt x="635" y="2366"/>
                    <a:pt x="783" y="2218"/>
                  </a:cubicBezTo>
                  <a:cubicBezTo>
                    <a:pt x="1000" y="2088"/>
                    <a:pt x="1218" y="2001"/>
                    <a:pt x="1479" y="2001"/>
                  </a:cubicBezTo>
                  <a:close/>
                  <a:moveTo>
                    <a:pt x="1566" y="0"/>
                  </a:moveTo>
                  <a:cubicBezTo>
                    <a:pt x="1218" y="0"/>
                    <a:pt x="957" y="131"/>
                    <a:pt x="696" y="305"/>
                  </a:cubicBezTo>
                  <a:cubicBezTo>
                    <a:pt x="478" y="479"/>
                    <a:pt x="304" y="783"/>
                    <a:pt x="174" y="1131"/>
                  </a:cubicBezTo>
                  <a:cubicBezTo>
                    <a:pt x="44" y="1479"/>
                    <a:pt x="0" y="1870"/>
                    <a:pt x="0" y="2392"/>
                  </a:cubicBezTo>
                  <a:cubicBezTo>
                    <a:pt x="0" y="2697"/>
                    <a:pt x="44" y="3001"/>
                    <a:pt x="87" y="3306"/>
                  </a:cubicBezTo>
                  <a:cubicBezTo>
                    <a:pt x="131" y="3567"/>
                    <a:pt x="218" y="3784"/>
                    <a:pt x="304" y="3958"/>
                  </a:cubicBezTo>
                  <a:cubicBezTo>
                    <a:pt x="435" y="4176"/>
                    <a:pt x="565" y="4306"/>
                    <a:pt x="739" y="4393"/>
                  </a:cubicBezTo>
                  <a:cubicBezTo>
                    <a:pt x="913" y="4480"/>
                    <a:pt x="1131" y="4567"/>
                    <a:pt x="1392" y="4567"/>
                  </a:cubicBezTo>
                  <a:cubicBezTo>
                    <a:pt x="1653" y="4567"/>
                    <a:pt x="1870" y="4480"/>
                    <a:pt x="2044" y="4350"/>
                  </a:cubicBezTo>
                  <a:cubicBezTo>
                    <a:pt x="2262" y="4263"/>
                    <a:pt x="2436" y="4089"/>
                    <a:pt x="2566" y="3828"/>
                  </a:cubicBezTo>
                  <a:cubicBezTo>
                    <a:pt x="2697" y="3610"/>
                    <a:pt x="2740" y="3349"/>
                    <a:pt x="2740" y="3001"/>
                  </a:cubicBezTo>
                  <a:cubicBezTo>
                    <a:pt x="2740" y="2697"/>
                    <a:pt x="2697" y="2436"/>
                    <a:pt x="2566" y="2218"/>
                  </a:cubicBezTo>
                  <a:cubicBezTo>
                    <a:pt x="2436" y="2044"/>
                    <a:pt x="2305" y="1870"/>
                    <a:pt x="2131" y="1783"/>
                  </a:cubicBezTo>
                  <a:cubicBezTo>
                    <a:pt x="1914" y="1696"/>
                    <a:pt x="1696" y="1653"/>
                    <a:pt x="1479" y="1653"/>
                  </a:cubicBezTo>
                  <a:cubicBezTo>
                    <a:pt x="1218" y="1653"/>
                    <a:pt x="1000" y="1696"/>
                    <a:pt x="826" y="1827"/>
                  </a:cubicBezTo>
                  <a:cubicBezTo>
                    <a:pt x="682" y="1899"/>
                    <a:pt x="538" y="2061"/>
                    <a:pt x="394" y="2263"/>
                  </a:cubicBezTo>
                  <a:lnTo>
                    <a:pt x="394" y="2263"/>
                  </a:lnTo>
                  <a:cubicBezTo>
                    <a:pt x="404" y="1907"/>
                    <a:pt x="447" y="1611"/>
                    <a:pt x="522" y="1349"/>
                  </a:cubicBezTo>
                  <a:cubicBezTo>
                    <a:pt x="609" y="1044"/>
                    <a:pt x="739" y="783"/>
                    <a:pt x="913" y="609"/>
                  </a:cubicBezTo>
                  <a:cubicBezTo>
                    <a:pt x="1087" y="479"/>
                    <a:pt x="1305" y="392"/>
                    <a:pt x="1522" y="392"/>
                  </a:cubicBezTo>
                  <a:cubicBezTo>
                    <a:pt x="1653" y="392"/>
                    <a:pt x="1783" y="392"/>
                    <a:pt x="1914" y="435"/>
                  </a:cubicBezTo>
                  <a:cubicBezTo>
                    <a:pt x="2044" y="435"/>
                    <a:pt x="2131" y="479"/>
                    <a:pt x="2262" y="566"/>
                  </a:cubicBezTo>
                  <a:lnTo>
                    <a:pt x="2392" y="261"/>
                  </a:lnTo>
                  <a:cubicBezTo>
                    <a:pt x="2262" y="174"/>
                    <a:pt x="2131" y="131"/>
                    <a:pt x="2001" y="87"/>
                  </a:cubicBezTo>
                  <a:cubicBezTo>
                    <a:pt x="1870" y="44"/>
                    <a:pt x="1740" y="0"/>
                    <a:pt x="1566" y="0"/>
                  </a:cubicBezTo>
                  <a:close/>
                </a:path>
              </a:pathLst>
            </a:custGeom>
            <a:solidFill>
              <a:srgbClr val="FFFB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15"/>
            <p:cNvSpPr/>
            <p:nvPr/>
          </p:nvSpPr>
          <p:spPr>
            <a:xfrm>
              <a:off x="6316800" y="5201775"/>
              <a:ext cx="77225" cy="109850"/>
            </a:xfrm>
            <a:custGeom>
              <a:rect b="b" l="l" r="r" t="t"/>
              <a:pathLst>
                <a:path extrusionOk="0" h="4394" w="3089">
                  <a:moveTo>
                    <a:pt x="2175" y="1436"/>
                  </a:moveTo>
                  <a:lnTo>
                    <a:pt x="1958" y="2914"/>
                  </a:lnTo>
                  <a:lnTo>
                    <a:pt x="958" y="2914"/>
                  </a:lnTo>
                  <a:lnTo>
                    <a:pt x="1131" y="1436"/>
                  </a:lnTo>
                  <a:close/>
                  <a:moveTo>
                    <a:pt x="1001" y="0"/>
                  </a:moveTo>
                  <a:lnTo>
                    <a:pt x="827" y="1088"/>
                  </a:lnTo>
                  <a:lnTo>
                    <a:pt x="218" y="1088"/>
                  </a:lnTo>
                  <a:lnTo>
                    <a:pt x="218" y="1436"/>
                  </a:lnTo>
                  <a:lnTo>
                    <a:pt x="784" y="1436"/>
                  </a:lnTo>
                  <a:lnTo>
                    <a:pt x="610" y="2914"/>
                  </a:lnTo>
                  <a:lnTo>
                    <a:pt x="1" y="2914"/>
                  </a:lnTo>
                  <a:lnTo>
                    <a:pt x="1" y="3262"/>
                  </a:lnTo>
                  <a:lnTo>
                    <a:pt x="566" y="3262"/>
                  </a:lnTo>
                  <a:lnTo>
                    <a:pt x="392" y="4393"/>
                  </a:lnTo>
                  <a:lnTo>
                    <a:pt x="740" y="4393"/>
                  </a:lnTo>
                  <a:lnTo>
                    <a:pt x="871" y="3262"/>
                  </a:lnTo>
                  <a:lnTo>
                    <a:pt x="1914" y="3262"/>
                  </a:lnTo>
                  <a:lnTo>
                    <a:pt x="1784" y="4393"/>
                  </a:lnTo>
                  <a:lnTo>
                    <a:pt x="2132" y="4393"/>
                  </a:lnTo>
                  <a:lnTo>
                    <a:pt x="2262" y="3262"/>
                  </a:lnTo>
                  <a:lnTo>
                    <a:pt x="2871" y="3262"/>
                  </a:lnTo>
                  <a:lnTo>
                    <a:pt x="2871" y="2914"/>
                  </a:lnTo>
                  <a:lnTo>
                    <a:pt x="2306" y="2914"/>
                  </a:lnTo>
                  <a:lnTo>
                    <a:pt x="2523" y="1436"/>
                  </a:lnTo>
                  <a:lnTo>
                    <a:pt x="3089" y="1436"/>
                  </a:lnTo>
                  <a:lnTo>
                    <a:pt x="3089" y="1088"/>
                  </a:lnTo>
                  <a:lnTo>
                    <a:pt x="2567" y="1088"/>
                  </a:lnTo>
                  <a:lnTo>
                    <a:pt x="2697" y="0"/>
                  </a:lnTo>
                  <a:lnTo>
                    <a:pt x="2349" y="0"/>
                  </a:lnTo>
                  <a:lnTo>
                    <a:pt x="2219" y="1088"/>
                  </a:lnTo>
                  <a:lnTo>
                    <a:pt x="1175" y="1088"/>
                  </a:lnTo>
                  <a:lnTo>
                    <a:pt x="1349" y="0"/>
                  </a:lnTo>
                  <a:close/>
                </a:path>
              </a:pathLst>
            </a:custGeom>
            <a:solidFill>
              <a:srgbClr val="FFFB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15"/>
            <p:cNvSpPr/>
            <p:nvPr/>
          </p:nvSpPr>
          <p:spPr>
            <a:xfrm>
              <a:off x="6421175" y="5201775"/>
              <a:ext cx="64200" cy="109850"/>
            </a:xfrm>
            <a:custGeom>
              <a:rect b="b" l="l" r="r" t="t"/>
              <a:pathLst>
                <a:path extrusionOk="0" h="4394" w="2568">
                  <a:moveTo>
                    <a:pt x="1262" y="0"/>
                  </a:moveTo>
                  <a:lnTo>
                    <a:pt x="1" y="783"/>
                  </a:lnTo>
                  <a:lnTo>
                    <a:pt x="175" y="1088"/>
                  </a:lnTo>
                  <a:lnTo>
                    <a:pt x="1219" y="435"/>
                  </a:lnTo>
                  <a:lnTo>
                    <a:pt x="1219" y="4045"/>
                  </a:lnTo>
                  <a:lnTo>
                    <a:pt x="88" y="4045"/>
                  </a:lnTo>
                  <a:lnTo>
                    <a:pt x="88" y="4393"/>
                  </a:lnTo>
                  <a:lnTo>
                    <a:pt x="2567" y="4393"/>
                  </a:lnTo>
                  <a:lnTo>
                    <a:pt x="2567" y="4045"/>
                  </a:lnTo>
                  <a:lnTo>
                    <a:pt x="1610" y="4045"/>
                  </a:lnTo>
                  <a:lnTo>
                    <a:pt x="1610" y="0"/>
                  </a:lnTo>
                  <a:close/>
                </a:path>
              </a:pathLst>
            </a:custGeom>
            <a:solidFill>
              <a:srgbClr val="FFFB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15"/>
            <p:cNvSpPr/>
            <p:nvPr/>
          </p:nvSpPr>
          <p:spPr>
            <a:xfrm>
              <a:off x="6512525" y="5199600"/>
              <a:ext cx="70700" cy="112025"/>
            </a:xfrm>
            <a:custGeom>
              <a:rect b="b" l="l" r="r" t="t"/>
              <a:pathLst>
                <a:path extrusionOk="0" h="4481" w="2828">
                  <a:moveTo>
                    <a:pt x="1305" y="0"/>
                  </a:moveTo>
                  <a:lnTo>
                    <a:pt x="0" y="3045"/>
                  </a:lnTo>
                  <a:lnTo>
                    <a:pt x="0" y="3349"/>
                  </a:lnTo>
                  <a:lnTo>
                    <a:pt x="1827" y="3349"/>
                  </a:lnTo>
                  <a:lnTo>
                    <a:pt x="1827" y="4480"/>
                  </a:lnTo>
                  <a:lnTo>
                    <a:pt x="2219" y="4480"/>
                  </a:lnTo>
                  <a:lnTo>
                    <a:pt x="2219" y="3349"/>
                  </a:lnTo>
                  <a:lnTo>
                    <a:pt x="2827" y="3349"/>
                  </a:lnTo>
                  <a:lnTo>
                    <a:pt x="2827" y="3045"/>
                  </a:lnTo>
                  <a:lnTo>
                    <a:pt x="2219" y="3045"/>
                  </a:lnTo>
                  <a:lnTo>
                    <a:pt x="2219" y="1740"/>
                  </a:lnTo>
                  <a:lnTo>
                    <a:pt x="1914" y="1740"/>
                  </a:lnTo>
                  <a:lnTo>
                    <a:pt x="1833" y="3045"/>
                  </a:lnTo>
                  <a:lnTo>
                    <a:pt x="435" y="3045"/>
                  </a:lnTo>
                  <a:lnTo>
                    <a:pt x="1653" y="174"/>
                  </a:lnTo>
                  <a:lnTo>
                    <a:pt x="1305" y="0"/>
                  </a:lnTo>
                  <a:close/>
                </a:path>
              </a:pathLst>
            </a:custGeom>
            <a:solidFill>
              <a:srgbClr val="FFFB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15"/>
            <p:cNvSpPr/>
            <p:nvPr/>
          </p:nvSpPr>
          <p:spPr>
            <a:xfrm>
              <a:off x="6606025" y="5199600"/>
              <a:ext cx="67450" cy="112025"/>
            </a:xfrm>
            <a:custGeom>
              <a:rect b="b" l="l" r="r" t="t"/>
              <a:pathLst>
                <a:path extrusionOk="0" h="4481" w="2698">
                  <a:moveTo>
                    <a:pt x="1306" y="0"/>
                  </a:moveTo>
                  <a:cubicBezTo>
                    <a:pt x="1045" y="0"/>
                    <a:pt x="784" y="87"/>
                    <a:pt x="610" y="174"/>
                  </a:cubicBezTo>
                  <a:cubicBezTo>
                    <a:pt x="392" y="261"/>
                    <a:pt x="175" y="392"/>
                    <a:pt x="1" y="609"/>
                  </a:cubicBezTo>
                  <a:lnTo>
                    <a:pt x="305" y="870"/>
                  </a:lnTo>
                  <a:cubicBezTo>
                    <a:pt x="479" y="696"/>
                    <a:pt x="610" y="566"/>
                    <a:pt x="740" y="479"/>
                  </a:cubicBezTo>
                  <a:cubicBezTo>
                    <a:pt x="871" y="392"/>
                    <a:pt x="1088" y="392"/>
                    <a:pt x="1306" y="392"/>
                  </a:cubicBezTo>
                  <a:cubicBezTo>
                    <a:pt x="1567" y="392"/>
                    <a:pt x="1784" y="435"/>
                    <a:pt x="1915" y="609"/>
                  </a:cubicBezTo>
                  <a:cubicBezTo>
                    <a:pt x="2088" y="740"/>
                    <a:pt x="2175" y="957"/>
                    <a:pt x="2175" y="1218"/>
                  </a:cubicBezTo>
                  <a:cubicBezTo>
                    <a:pt x="2175" y="1392"/>
                    <a:pt x="2132" y="1523"/>
                    <a:pt x="2088" y="1696"/>
                  </a:cubicBezTo>
                  <a:cubicBezTo>
                    <a:pt x="2088" y="1827"/>
                    <a:pt x="2002" y="1957"/>
                    <a:pt x="1915" y="2131"/>
                  </a:cubicBezTo>
                  <a:cubicBezTo>
                    <a:pt x="1828" y="2262"/>
                    <a:pt x="1741" y="2436"/>
                    <a:pt x="1567" y="2610"/>
                  </a:cubicBezTo>
                  <a:cubicBezTo>
                    <a:pt x="1436" y="2784"/>
                    <a:pt x="1219" y="3001"/>
                    <a:pt x="1001" y="3262"/>
                  </a:cubicBezTo>
                  <a:cubicBezTo>
                    <a:pt x="740" y="3523"/>
                    <a:pt x="436" y="3784"/>
                    <a:pt x="88" y="4132"/>
                  </a:cubicBezTo>
                  <a:lnTo>
                    <a:pt x="88" y="4480"/>
                  </a:lnTo>
                  <a:lnTo>
                    <a:pt x="2610" y="4480"/>
                  </a:lnTo>
                  <a:lnTo>
                    <a:pt x="2697" y="4132"/>
                  </a:lnTo>
                  <a:lnTo>
                    <a:pt x="566" y="4132"/>
                  </a:lnTo>
                  <a:cubicBezTo>
                    <a:pt x="914" y="3784"/>
                    <a:pt x="1219" y="3480"/>
                    <a:pt x="1480" y="3219"/>
                  </a:cubicBezTo>
                  <a:cubicBezTo>
                    <a:pt x="1741" y="2958"/>
                    <a:pt x="1958" y="2697"/>
                    <a:pt x="2132" y="2479"/>
                  </a:cubicBezTo>
                  <a:cubicBezTo>
                    <a:pt x="2306" y="2262"/>
                    <a:pt x="2393" y="2044"/>
                    <a:pt x="2480" y="1870"/>
                  </a:cubicBezTo>
                  <a:cubicBezTo>
                    <a:pt x="2567" y="1653"/>
                    <a:pt x="2567" y="1436"/>
                    <a:pt x="2567" y="1218"/>
                  </a:cubicBezTo>
                  <a:cubicBezTo>
                    <a:pt x="2567" y="1001"/>
                    <a:pt x="2523" y="783"/>
                    <a:pt x="2436" y="609"/>
                  </a:cubicBezTo>
                  <a:cubicBezTo>
                    <a:pt x="2306" y="435"/>
                    <a:pt x="2175" y="261"/>
                    <a:pt x="2002" y="174"/>
                  </a:cubicBezTo>
                  <a:cubicBezTo>
                    <a:pt x="1784" y="87"/>
                    <a:pt x="1567" y="0"/>
                    <a:pt x="1306" y="0"/>
                  </a:cubicBezTo>
                  <a:close/>
                </a:path>
              </a:pathLst>
            </a:custGeom>
            <a:solidFill>
              <a:srgbClr val="FFFB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15"/>
            <p:cNvSpPr/>
            <p:nvPr/>
          </p:nvSpPr>
          <p:spPr>
            <a:xfrm>
              <a:off x="6704975" y="5199600"/>
              <a:ext cx="70700" cy="114200"/>
            </a:xfrm>
            <a:custGeom>
              <a:rect b="b" l="l" r="r" t="t"/>
              <a:pathLst>
                <a:path extrusionOk="0" h="4568" w="2828">
                  <a:moveTo>
                    <a:pt x="1392" y="348"/>
                  </a:moveTo>
                  <a:cubicBezTo>
                    <a:pt x="1610" y="348"/>
                    <a:pt x="1784" y="435"/>
                    <a:pt x="1958" y="566"/>
                  </a:cubicBezTo>
                  <a:cubicBezTo>
                    <a:pt x="1982" y="590"/>
                    <a:pt x="2005" y="617"/>
                    <a:pt x="2026" y="647"/>
                  </a:cubicBezTo>
                  <a:lnTo>
                    <a:pt x="2026" y="647"/>
                  </a:lnTo>
                  <a:lnTo>
                    <a:pt x="601" y="3496"/>
                  </a:lnTo>
                  <a:lnTo>
                    <a:pt x="601" y="3496"/>
                  </a:lnTo>
                  <a:cubicBezTo>
                    <a:pt x="570" y="3391"/>
                    <a:pt x="546" y="3275"/>
                    <a:pt x="523" y="3132"/>
                  </a:cubicBezTo>
                  <a:cubicBezTo>
                    <a:pt x="479" y="2914"/>
                    <a:pt x="479" y="2610"/>
                    <a:pt x="479" y="2262"/>
                  </a:cubicBezTo>
                  <a:cubicBezTo>
                    <a:pt x="479" y="1610"/>
                    <a:pt x="566" y="1131"/>
                    <a:pt x="740" y="827"/>
                  </a:cubicBezTo>
                  <a:cubicBezTo>
                    <a:pt x="914" y="522"/>
                    <a:pt x="1132" y="348"/>
                    <a:pt x="1392" y="348"/>
                  </a:cubicBezTo>
                  <a:close/>
                  <a:moveTo>
                    <a:pt x="2199" y="996"/>
                  </a:moveTo>
                  <a:lnTo>
                    <a:pt x="2199" y="996"/>
                  </a:lnTo>
                  <a:cubicBezTo>
                    <a:pt x="2221" y="1053"/>
                    <a:pt x="2242" y="1112"/>
                    <a:pt x="2262" y="1175"/>
                  </a:cubicBezTo>
                  <a:cubicBezTo>
                    <a:pt x="2306" y="1479"/>
                    <a:pt x="2349" y="1827"/>
                    <a:pt x="2349" y="2262"/>
                  </a:cubicBezTo>
                  <a:cubicBezTo>
                    <a:pt x="2349" y="2740"/>
                    <a:pt x="2306" y="3088"/>
                    <a:pt x="2219" y="3393"/>
                  </a:cubicBezTo>
                  <a:cubicBezTo>
                    <a:pt x="2175" y="3654"/>
                    <a:pt x="2045" y="3871"/>
                    <a:pt x="1914" y="4002"/>
                  </a:cubicBezTo>
                  <a:cubicBezTo>
                    <a:pt x="1784" y="4132"/>
                    <a:pt x="1610" y="4219"/>
                    <a:pt x="1392" y="4219"/>
                  </a:cubicBezTo>
                  <a:cubicBezTo>
                    <a:pt x="1262" y="4219"/>
                    <a:pt x="1132" y="4176"/>
                    <a:pt x="1001" y="4089"/>
                  </a:cubicBezTo>
                  <a:cubicBezTo>
                    <a:pt x="905" y="4025"/>
                    <a:pt x="833" y="3961"/>
                    <a:pt x="766" y="3862"/>
                  </a:cubicBezTo>
                  <a:lnTo>
                    <a:pt x="766" y="3862"/>
                  </a:lnTo>
                  <a:lnTo>
                    <a:pt x="2199" y="996"/>
                  </a:lnTo>
                  <a:close/>
                  <a:moveTo>
                    <a:pt x="1392" y="0"/>
                  </a:moveTo>
                  <a:cubicBezTo>
                    <a:pt x="958" y="0"/>
                    <a:pt x="610" y="218"/>
                    <a:pt x="349" y="609"/>
                  </a:cubicBezTo>
                  <a:cubicBezTo>
                    <a:pt x="131" y="1001"/>
                    <a:pt x="1" y="1566"/>
                    <a:pt x="1" y="2262"/>
                  </a:cubicBezTo>
                  <a:cubicBezTo>
                    <a:pt x="1" y="3001"/>
                    <a:pt x="131" y="3567"/>
                    <a:pt x="349" y="3958"/>
                  </a:cubicBezTo>
                  <a:cubicBezTo>
                    <a:pt x="610" y="4350"/>
                    <a:pt x="958" y="4567"/>
                    <a:pt x="1392" y="4567"/>
                  </a:cubicBezTo>
                  <a:cubicBezTo>
                    <a:pt x="1871" y="4567"/>
                    <a:pt x="2219" y="4350"/>
                    <a:pt x="2436" y="3958"/>
                  </a:cubicBezTo>
                  <a:cubicBezTo>
                    <a:pt x="2697" y="3567"/>
                    <a:pt x="2828" y="3001"/>
                    <a:pt x="2828" y="2262"/>
                  </a:cubicBezTo>
                  <a:cubicBezTo>
                    <a:pt x="2828" y="1566"/>
                    <a:pt x="2697" y="1001"/>
                    <a:pt x="2436" y="609"/>
                  </a:cubicBezTo>
                  <a:cubicBezTo>
                    <a:pt x="2219" y="218"/>
                    <a:pt x="1871" y="0"/>
                    <a:pt x="1392" y="0"/>
                  </a:cubicBezTo>
                  <a:close/>
                </a:path>
              </a:pathLst>
            </a:custGeom>
            <a:solidFill>
              <a:srgbClr val="FFFB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15"/>
            <p:cNvSpPr/>
            <p:nvPr/>
          </p:nvSpPr>
          <p:spPr>
            <a:xfrm>
              <a:off x="6800675" y="5199600"/>
              <a:ext cx="70700" cy="112025"/>
            </a:xfrm>
            <a:custGeom>
              <a:rect b="b" l="l" r="r" t="t"/>
              <a:pathLst>
                <a:path extrusionOk="0" h="4481" w="2828">
                  <a:moveTo>
                    <a:pt x="1348" y="0"/>
                  </a:moveTo>
                  <a:lnTo>
                    <a:pt x="0" y="3045"/>
                  </a:lnTo>
                  <a:lnTo>
                    <a:pt x="0" y="3349"/>
                  </a:lnTo>
                  <a:lnTo>
                    <a:pt x="1870" y="3349"/>
                  </a:lnTo>
                  <a:lnTo>
                    <a:pt x="1870" y="4480"/>
                  </a:lnTo>
                  <a:lnTo>
                    <a:pt x="2218" y="4480"/>
                  </a:lnTo>
                  <a:lnTo>
                    <a:pt x="2218" y="3349"/>
                  </a:lnTo>
                  <a:lnTo>
                    <a:pt x="2827" y="3349"/>
                  </a:lnTo>
                  <a:lnTo>
                    <a:pt x="2827" y="3045"/>
                  </a:lnTo>
                  <a:lnTo>
                    <a:pt x="2218" y="3045"/>
                  </a:lnTo>
                  <a:lnTo>
                    <a:pt x="2218" y="1740"/>
                  </a:lnTo>
                  <a:lnTo>
                    <a:pt x="1914" y="1740"/>
                  </a:lnTo>
                  <a:lnTo>
                    <a:pt x="1873" y="3045"/>
                  </a:lnTo>
                  <a:lnTo>
                    <a:pt x="435" y="3045"/>
                  </a:lnTo>
                  <a:lnTo>
                    <a:pt x="1653" y="174"/>
                  </a:lnTo>
                  <a:lnTo>
                    <a:pt x="1348" y="0"/>
                  </a:lnTo>
                  <a:close/>
                </a:path>
              </a:pathLst>
            </a:custGeom>
            <a:solidFill>
              <a:srgbClr val="FFFB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15"/>
            <p:cNvSpPr/>
            <p:nvPr/>
          </p:nvSpPr>
          <p:spPr>
            <a:xfrm>
              <a:off x="6898525" y="5199600"/>
              <a:ext cx="68525" cy="114200"/>
            </a:xfrm>
            <a:custGeom>
              <a:rect b="b" l="l" r="r" t="t"/>
              <a:pathLst>
                <a:path extrusionOk="0" h="4568" w="2741">
                  <a:moveTo>
                    <a:pt x="1479" y="2001"/>
                  </a:moveTo>
                  <a:cubicBezTo>
                    <a:pt x="1653" y="2001"/>
                    <a:pt x="1784" y="2044"/>
                    <a:pt x="1914" y="2088"/>
                  </a:cubicBezTo>
                  <a:cubicBezTo>
                    <a:pt x="2045" y="2175"/>
                    <a:pt x="2132" y="2262"/>
                    <a:pt x="2219" y="2392"/>
                  </a:cubicBezTo>
                  <a:cubicBezTo>
                    <a:pt x="2306" y="2566"/>
                    <a:pt x="2349" y="2740"/>
                    <a:pt x="2349" y="3001"/>
                  </a:cubicBezTo>
                  <a:cubicBezTo>
                    <a:pt x="2349" y="3393"/>
                    <a:pt x="2262" y="3697"/>
                    <a:pt x="2088" y="3871"/>
                  </a:cubicBezTo>
                  <a:cubicBezTo>
                    <a:pt x="1958" y="4089"/>
                    <a:pt x="1697" y="4176"/>
                    <a:pt x="1392" y="4176"/>
                  </a:cubicBezTo>
                  <a:cubicBezTo>
                    <a:pt x="1044" y="4176"/>
                    <a:pt x="783" y="4089"/>
                    <a:pt x="653" y="3828"/>
                  </a:cubicBezTo>
                  <a:cubicBezTo>
                    <a:pt x="492" y="3587"/>
                    <a:pt x="406" y="3198"/>
                    <a:pt x="393" y="2729"/>
                  </a:cubicBezTo>
                  <a:lnTo>
                    <a:pt x="393" y="2729"/>
                  </a:lnTo>
                  <a:cubicBezTo>
                    <a:pt x="488" y="2545"/>
                    <a:pt x="636" y="2366"/>
                    <a:pt x="783" y="2218"/>
                  </a:cubicBezTo>
                  <a:cubicBezTo>
                    <a:pt x="1001" y="2088"/>
                    <a:pt x="1218" y="2001"/>
                    <a:pt x="1479" y="2001"/>
                  </a:cubicBezTo>
                  <a:close/>
                  <a:moveTo>
                    <a:pt x="1566" y="0"/>
                  </a:moveTo>
                  <a:cubicBezTo>
                    <a:pt x="1218" y="0"/>
                    <a:pt x="957" y="131"/>
                    <a:pt x="740" y="305"/>
                  </a:cubicBezTo>
                  <a:cubicBezTo>
                    <a:pt x="479" y="479"/>
                    <a:pt x="305" y="783"/>
                    <a:pt x="174" y="1131"/>
                  </a:cubicBezTo>
                  <a:cubicBezTo>
                    <a:pt x="44" y="1479"/>
                    <a:pt x="0" y="1870"/>
                    <a:pt x="0" y="2392"/>
                  </a:cubicBezTo>
                  <a:cubicBezTo>
                    <a:pt x="0" y="2697"/>
                    <a:pt x="44" y="3001"/>
                    <a:pt x="87" y="3306"/>
                  </a:cubicBezTo>
                  <a:cubicBezTo>
                    <a:pt x="131" y="3567"/>
                    <a:pt x="218" y="3784"/>
                    <a:pt x="305" y="3958"/>
                  </a:cubicBezTo>
                  <a:cubicBezTo>
                    <a:pt x="435" y="4176"/>
                    <a:pt x="566" y="4306"/>
                    <a:pt x="740" y="4393"/>
                  </a:cubicBezTo>
                  <a:cubicBezTo>
                    <a:pt x="914" y="4480"/>
                    <a:pt x="1131" y="4567"/>
                    <a:pt x="1392" y="4567"/>
                  </a:cubicBezTo>
                  <a:cubicBezTo>
                    <a:pt x="1653" y="4567"/>
                    <a:pt x="1871" y="4480"/>
                    <a:pt x="2088" y="4350"/>
                  </a:cubicBezTo>
                  <a:cubicBezTo>
                    <a:pt x="2262" y="4263"/>
                    <a:pt x="2436" y="4089"/>
                    <a:pt x="2567" y="3828"/>
                  </a:cubicBezTo>
                  <a:cubicBezTo>
                    <a:pt x="2697" y="3610"/>
                    <a:pt x="2741" y="3349"/>
                    <a:pt x="2741" y="3001"/>
                  </a:cubicBezTo>
                  <a:cubicBezTo>
                    <a:pt x="2741" y="2697"/>
                    <a:pt x="2697" y="2436"/>
                    <a:pt x="2567" y="2218"/>
                  </a:cubicBezTo>
                  <a:cubicBezTo>
                    <a:pt x="2436" y="2044"/>
                    <a:pt x="2306" y="1870"/>
                    <a:pt x="2132" y="1783"/>
                  </a:cubicBezTo>
                  <a:cubicBezTo>
                    <a:pt x="1914" y="1696"/>
                    <a:pt x="1740" y="1653"/>
                    <a:pt x="1479" y="1653"/>
                  </a:cubicBezTo>
                  <a:cubicBezTo>
                    <a:pt x="1218" y="1653"/>
                    <a:pt x="1001" y="1696"/>
                    <a:pt x="827" y="1827"/>
                  </a:cubicBezTo>
                  <a:cubicBezTo>
                    <a:pt x="672" y="1904"/>
                    <a:pt x="517" y="2085"/>
                    <a:pt x="393" y="2308"/>
                  </a:cubicBezTo>
                  <a:lnTo>
                    <a:pt x="393" y="2308"/>
                  </a:lnTo>
                  <a:cubicBezTo>
                    <a:pt x="401" y="1932"/>
                    <a:pt x="444" y="1622"/>
                    <a:pt x="522" y="1349"/>
                  </a:cubicBezTo>
                  <a:cubicBezTo>
                    <a:pt x="609" y="1044"/>
                    <a:pt x="740" y="783"/>
                    <a:pt x="914" y="609"/>
                  </a:cubicBezTo>
                  <a:cubicBezTo>
                    <a:pt x="1088" y="479"/>
                    <a:pt x="1305" y="392"/>
                    <a:pt x="1523" y="392"/>
                  </a:cubicBezTo>
                  <a:cubicBezTo>
                    <a:pt x="1653" y="392"/>
                    <a:pt x="1784" y="392"/>
                    <a:pt x="1914" y="435"/>
                  </a:cubicBezTo>
                  <a:cubicBezTo>
                    <a:pt x="2045" y="435"/>
                    <a:pt x="2132" y="479"/>
                    <a:pt x="2262" y="566"/>
                  </a:cubicBezTo>
                  <a:lnTo>
                    <a:pt x="2393" y="261"/>
                  </a:lnTo>
                  <a:cubicBezTo>
                    <a:pt x="2262" y="174"/>
                    <a:pt x="2132" y="131"/>
                    <a:pt x="2001" y="87"/>
                  </a:cubicBezTo>
                  <a:cubicBezTo>
                    <a:pt x="1871" y="44"/>
                    <a:pt x="1740" y="0"/>
                    <a:pt x="1566" y="0"/>
                  </a:cubicBezTo>
                  <a:close/>
                </a:path>
              </a:pathLst>
            </a:custGeom>
            <a:solidFill>
              <a:srgbClr val="FFFB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15"/>
            <p:cNvSpPr/>
            <p:nvPr/>
          </p:nvSpPr>
          <p:spPr>
            <a:xfrm>
              <a:off x="3190750" y="238125"/>
              <a:ext cx="1229775" cy="2536750"/>
            </a:xfrm>
            <a:custGeom>
              <a:rect b="b" l="l" r="r" t="t"/>
              <a:pathLst>
                <a:path extrusionOk="0" h="101470" w="49191">
                  <a:moveTo>
                    <a:pt x="0" y="0"/>
                  </a:moveTo>
                  <a:lnTo>
                    <a:pt x="0" y="101470"/>
                  </a:lnTo>
                  <a:lnTo>
                    <a:pt x="49191" y="101470"/>
                  </a:lnTo>
                  <a:lnTo>
                    <a:pt x="49191" y="0"/>
                  </a:lnTo>
                  <a:close/>
                </a:path>
              </a:pathLst>
            </a:custGeom>
            <a:solidFill>
              <a:srgbClr val="A6F75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15"/>
            <p:cNvSpPr/>
            <p:nvPr/>
          </p:nvSpPr>
          <p:spPr>
            <a:xfrm>
              <a:off x="4610800" y="238125"/>
              <a:ext cx="1228700" cy="2536750"/>
            </a:xfrm>
            <a:custGeom>
              <a:rect b="b" l="l" r="r" t="t"/>
              <a:pathLst>
                <a:path extrusionOk="0" h="101470" w="49148">
                  <a:moveTo>
                    <a:pt x="0" y="0"/>
                  </a:moveTo>
                  <a:lnTo>
                    <a:pt x="0" y="101470"/>
                  </a:lnTo>
                  <a:lnTo>
                    <a:pt x="49147" y="101470"/>
                  </a:lnTo>
                  <a:lnTo>
                    <a:pt x="49147" y="0"/>
                  </a:lnTo>
                  <a:close/>
                </a:path>
              </a:pathLst>
            </a:custGeom>
            <a:solidFill>
              <a:srgbClr val="80AB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15"/>
            <p:cNvSpPr/>
            <p:nvPr/>
          </p:nvSpPr>
          <p:spPr>
            <a:xfrm>
              <a:off x="6029750" y="238125"/>
              <a:ext cx="1228700" cy="2536750"/>
            </a:xfrm>
            <a:custGeom>
              <a:rect b="b" l="l" r="r" t="t"/>
              <a:pathLst>
                <a:path extrusionOk="0" h="101470" w="49148">
                  <a:moveTo>
                    <a:pt x="1" y="0"/>
                  </a:moveTo>
                  <a:lnTo>
                    <a:pt x="1" y="101470"/>
                  </a:lnTo>
                  <a:lnTo>
                    <a:pt x="49148" y="101470"/>
                  </a:lnTo>
                  <a:lnTo>
                    <a:pt x="49148" y="0"/>
                  </a:lnTo>
                  <a:close/>
                </a:path>
              </a:pathLst>
            </a:custGeom>
            <a:solidFill>
              <a:srgbClr val="364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15"/>
            <p:cNvSpPr/>
            <p:nvPr/>
          </p:nvSpPr>
          <p:spPr>
            <a:xfrm>
              <a:off x="1771775" y="238125"/>
              <a:ext cx="1229800" cy="2536750"/>
            </a:xfrm>
            <a:custGeom>
              <a:rect b="b" l="l" r="r" t="t"/>
              <a:pathLst>
                <a:path extrusionOk="0" h="101470" w="49192">
                  <a:moveTo>
                    <a:pt x="1" y="0"/>
                  </a:moveTo>
                  <a:lnTo>
                    <a:pt x="1" y="101470"/>
                  </a:lnTo>
                  <a:lnTo>
                    <a:pt x="49191" y="101470"/>
                  </a:lnTo>
                  <a:lnTo>
                    <a:pt x="49191" y="0"/>
                  </a:lnTo>
                  <a:close/>
                </a:path>
              </a:pathLst>
            </a:custGeom>
            <a:solidFill>
              <a:srgbClr val="CCF8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15"/>
            <p:cNvSpPr/>
            <p:nvPr/>
          </p:nvSpPr>
          <p:spPr>
            <a:xfrm>
              <a:off x="352825" y="238125"/>
              <a:ext cx="1229800" cy="2536750"/>
            </a:xfrm>
            <a:custGeom>
              <a:rect b="b" l="l" r="r" t="t"/>
              <a:pathLst>
                <a:path extrusionOk="0" h="101470" w="49192">
                  <a:moveTo>
                    <a:pt x="0" y="0"/>
                  </a:moveTo>
                  <a:lnTo>
                    <a:pt x="0" y="101470"/>
                  </a:lnTo>
                  <a:lnTo>
                    <a:pt x="49191" y="101470"/>
                  </a:lnTo>
                  <a:lnTo>
                    <a:pt x="49191" y="0"/>
                  </a:lnTo>
                  <a:close/>
                </a:path>
              </a:pathLst>
            </a:custGeom>
            <a:solidFill>
              <a:srgbClr val="E9FBC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15"/>
            <p:cNvSpPr/>
            <p:nvPr/>
          </p:nvSpPr>
          <p:spPr>
            <a:xfrm>
              <a:off x="3190750" y="2931425"/>
              <a:ext cx="1229775" cy="2536775"/>
            </a:xfrm>
            <a:custGeom>
              <a:rect b="b" l="l" r="r" t="t"/>
              <a:pathLst>
                <a:path extrusionOk="0" h="101471" w="49191">
                  <a:moveTo>
                    <a:pt x="0" y="1"/>
                  </a:moveTo>
                  <a:lnTo>
                    <a:pt x="0" y="101470"/>
                  </a:lnTo>
                  <a:lnTo>
                    <a:pt x="49191" y="101470"/>
                  </a:lnTo>
                  <a:lnTo>
                    <a:pt x="49191" y="1"/>
                  </a:lnTo>
                  <a:close/>
                </a:path>
              </a:pathLst>
            </a:custGeom>
            <a:solidFill>
              <a:srgbClr val="2371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15"/>
            <p:cNvSpPr/>
            <p:nvPr/>
          </p:nvSpPr>
          <p:spPr>
            <a:xfrm>
              <a:off x="4610800" y="2931425"/>
              <a:ext cx="1228700" cy="2536775"/>
            </a:xfrm>
            <a:custGeom>
              <a:rect b="b" l="l" r="r" t="t"/>
              <a:pathLst>
                <a:path extrusionOk="0" h="101471" w="49148">
                  <a:moveTo>
                    <a:pt x="0" y="1"/>
                  </a:moveTo>
                  <a:lnTo>
                    <a:pt x="0" y="101470"/>
                  </a:lnTo>
                  <a:lnTo>
                    <a:pt x="49147" y="101470"/>
                  </a:lnTo>
                  <a:lnTo>
                    <a:pt x="49147" y="1"/>
                  </a:lnTo>
                  <a:close/>
                </a:path>
              </a:pathLst>
            </a:custGeom>
            <a:solidFill>
              <a:srgbClr val="314D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15"/>
            <p:cNvSpPr/>
            <p:nvPr/>
          </p:nvSpPr>
          <p:spPr>
            <a:xfrm>
              <a:off x="6029750" y="2931425"/>
              <a:ext cx="1228700" cy="2536775"/>
            </a:xfrm>
            <a:custGeom>
              <a:rect b="b" l="l" r="r" t="t"/>
              <a:pathLst>
                <a:path extrusionOk="0" h="101471" w="49148">
                  <a:moveTo>
                    <a:pt x="1" y="1"/>
                  </a:moveTo>
                  <a:lnTo>
                    <a:pt x="1" y="101470"/>
                  </a:lnTo>
                  <a:lnTo>
                    <a:pt x="49148" y="101470"/>
                  </a:lnTo>
                  <a:lnTo>
                    <a:pt x="49148" y="1"/>
                  </a:lnTo>
                  <a:close/>
                </a:path>
              </a:pathLst>
            </a:custGeom>
            <a:solidFill>
              <a:srgbClr val="1420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15"/>
            <p:cNvSpPr/>
            <p:nvPr/>
          </p:nvSpPr>
          <p:spPr>
            <a:xfrm>
              <a:off x="1771775" y="2931425"/>
              <a:ext cx="1229800" cy="2536775"/>
            </a:xfrm>
            <a:custGeom>
              <a:rect b="b" l="l" r="r" t="t"/>
              <a:pathLst>
                <a:path extrusionOk="0" h="101471" w="49192">
                  <a:moveTo>
                    <a:pt x="1" y="1"/>
                  </a:moveTo>
                  <a:lnTo>
                    <a:pt x="1" y="101470"/>
                  </a:lnTo>
                  <a:lnTo>
                    <a:pt x="49191" y="101470"/>
                  </a:lnTo>
                  <a:lnTo>
                    <a:pt x="49191" y="1"/>
                  </a:lnTo>
                  <a:close/>
                </a:path>
              </a:pathLst>
            </a:custGeom>
            <a:solidFill>
              <a:srgbClr val="7A99F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15"/>
            <p:cNvSpPr/>
            <p:nvPr/>
          </p:nvSpPr>
          <p:spPr>
            <a:xfrm>
              <a:off x="352825" y="2931425"/>
              <a:ext cx="1229800" cy="2536775"/>
            </a:xfrm>
            <a:custGeom>
              <a:rect b="b" l="l" r="r" t="t"/>
              <a:pathLst>
                <a:path extrusionOk="0" h="101471" w="49192">
                  <a:moveTo>
                    <a:pt x="0" y="1"/>
                  </a:moveTo>
                  <a:lnTo>
                    <a:pt x="0" y="101470"/>
                  </a:lnTo>
                  <a:lnTo>
                    <a:pt x="49191" y="101470"/>
                  </a:lnTo>
                  <a:lnTo>
                    <a:pt x="49191" y="1"/>
                  </a:lnTo>
                  <a:close/>
                </a:path>
              </a:pathLst>
            </a:custGeom>
            <a:solidFill>
              <a:srgbClr val="C4D2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3" name="Google Shape;193;p15"/>
          <p:cNvGrpSpPr/>
          <p:nvPr/>
        </p:nvGrpSpPr>
        <p:grpSpPr>
          <a:xfrm>
            <a:off x="861213" y="3728846"/>
            <a:ext cx="7123850" cy="121815"/>
            <a:chOff x="241775" y="2784125"/>
            <a:chExt cx="7123850" cy="135350"/>
          </a:xfrm>
        </p:grpSpPr>
        <p:sp>
          <p:nvSpPr>
            <p:cNvPr id="194" name="Google Shape;194;p15"/>
            <p:cNvSpPr/>
            <p:nvPr/>
          </p:nvSpPr>
          <p:spPr>
            <a:xfrm>
              <a:off x="241775" y="2849150"/>
              <a:ext cx="7123850" cy="25"/>
            </a:xfrm>
            <a:custGeom>
              <a:rect b="b" l="l" r="r" t="t"/>
              <a:pathLst>
                <a:path extrusionOk="0" fill="none" h="1" w="284954">
                  <a:moveTo>
                    <a:pt x="0" y="0"/>
                  </a:moveTo>
                  <a:lnTo>
                    <a:pt x="284954" y="0"/>
                  </a:lnTo>
                </a:path>
              </a:pathLst>
            </a:custGeom>
            <a:noFill/>
            <a:ln cap="flat" cmpd="sng" w="10150">
              <a:solidFill>
                <a:srgbClr val="A6F750"/>
              </a:solidFill>
              <a:prstDash val="solid"/>
              <a:miter lim="1625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15"/>
            <p:cNvSpPr/>
            <p:nvPr/>
          </p:nvSpPr>
          <p:spPr>
            <a:xfrm>
              <a:off x="475500" y="2784125"/>
              <a:ext cx="135400" cy="135350"/>
            </a:xfrm>
            <a:custGeom>
              <a:rect b="b" l="l" r="r" t="t"/>
              <a:pathLst>
                <a:path extrusionOk="0" h="5414" w="5416">
                  <a:moveTo>
                    <a:pt x="2716" y="0"/>
                  </a:moveTo>
                  <a:cubicBezTo>
                    <a:pt x="1220" y="0"/>
                    <a:pt x="1" y="1219"/>
                    <a:pt x="1" y="2715"/>
                  </a:cubicBezTo>
                  <a:cubicBezTo>
                    <a:pt x="1" y="4211"/>
                    <a:pt x="1220" y="5414"/>
                    <a:pt x="2716" y="5414"/>
                  </a:cubicBezTo>
                  <a:cubicBezTo>
                    <a:pt x="4212" y="5414"/>
                    <a:pt x="5415" y="4211"/>
                    <a:pt x="5415" y="2715"/>
                  </a:cubicBezTo>
                  <a:cubicBezTo>
                    <a:pt x="5415" y="1219"/>
                    <a:pt x="4212" y="0"/>
                    <a:pt x="2716" y="0"/>
                  </a:cubicBezTo>
                  <a:close/>
                </a:path>
              </a:pathLst>
            </a:custGeom>
            <a:solidFill>
              <a:srgbClr val="A6F75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15"/>
            <p:cNvSpPr/>
            <p:nvPr/>
          </p:nvSpPr>
          <p:spPr>
            <a:xfrm>
              <a:off x="1779550" y="2784125"/>
              <a:ext cx="135375" cy="135350"/>
            </a:xfrm>
            <a:custGeom>
              <a:rect b="b" l="l" r="r" t="t"/>
              <a:pathLst>
                <a:path extrusionOk="0" h="5414" w="5415">
                  <a:moveTo>
                    <a:pt x="2716" y="0"/>
                  </a:moveTo>
                  <a:cubicBezTo>
                    <a:pt x="1220" y="0"/>
                    <a:pt x="0" y="1219"/>
                    <a:pt x="0" y="2715"/>
                  </a:cubicBezTo>
                  <a:cubicBezTo>
                    <a:pt x="0" y="4211"/>
                    <a:pt x="1220" y="5414"/>
                    <a:pt x="2716" y="5414"/>
                  </a:cubicBezTo>
                  <a:cubicBezTo>
                    <a:pt x="4212" y="5414"/>
                    <a:pt x="5415" y="4211"/>
                    <a:pt x="5415" y="2715"/>
                  </a:cubicBezTo>
                  <a:cubicBezTo>
                    <a:pt x="5415" y="1219"/>
                    <a:pt x="4212" y="0"/>
                    <a:pt x="2716" y="0"/>
                  </a:cubicBezTo>
                  <a:close/>
                </a:path>
              </a:pathLst>
            </a:custGeom>
            <a:solidFill>
              <a:srgbClr val="A6F75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15"/>
            <p:cNvSpPr/>
            <p:nvPr/>
          </p:nvSpPr>
          <p:spPr>
            <a:xfrm>
              <a:off x="3083575" y="2784125"/>
              <a:ext cx="135800" cy="135350"/>
            </a:xfrm>
            <a:custGeom>
              <a:rect b="b" l="l" r="r" t="t"/>
              <a:pathLst>
                <a:path extrusionOk="0" h="5414" w="5432">
                  <a:moveTo>
                    <a:pt x="2716" y="0"/>
                  </a:moveTo>
                  <a:cubicBezTo>
                    <a:pt x="1220" y="0"/>
                    <a:pt x="1" y="1219"/>
                    <a:pt x="1" y="2715"/>
                  </a:cubicBezTo>
                  <a:cubicBezTo>
                    <a:pt x="1" y="4211"/>
                    <a:pt x="1220" y="5414"/>
                    <a:pt x="2716" y="5414"/>
                  </a:cubicBezTo>
                  <a:cubicBezTo>
                    <a:pt x="4212" y="5414"/>
                    <a:pt x="5431" y="4211"/>
                    <a:pt x="5431" y="2715"/>
                  </a:cubicBezTo>
                  <a:cubicBezTo>
                    <a:pt x="5431" y="1219"/>
                    <a:pt x="4212" y="0"/>
                    <a:pt x="2716" y="0"/>
                  </a:cubicBezTo>
                  <a:close/>
                </a:path>
              </a:pathLst>
            </a:custGeom>
            <a:solidFill>
              <a:srgbClr val="A6F75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15"/>
            <p:cNvSpPr/>
            <p:nvPr/>
          </p:nvSpPr>
          <p:spPr>
            <a:xfrm>
              <a:off x="4388025" y="2784125"/>
              <a:ext cx="135375" cy="135350"/>
            </a:xfrm>
            <a:custGeom>
              <a:rect b="b" l="l" r="r" t="t"/>
              <a:pathLst>
                <a:path extrusionOk="0" h="5414" w="5415">
                  <a:moveTo>
                    <a:pt x="2700" y="0"/>
                  </a:moveTo>
                  <a:cubicBezTo>
                    <a:pt x="1204" y="0"/>
                    <a:pt x="0" y="1219"/>
                    <a:pt x="0" y="2715"/>
                  </a:cubicBezTo>
                  <a:cubicBezTo>
                    <a:pt x="0" y="4211"/>
                    <a:pt x="1204" y="5414"/>
                    <a:pt x="2700" y="5414"/>
                  </a:cubicBezTo>
                  <a:cubicBezTo>
                    <a:pt x="4195" y="5414"/>
                    <a:pt x="5415" y="4211"/>
                    <a:pt x="5415" y="2715"/>
                  </a:cubicBezTo>
                  <a:cubicBezTo>
                    <a:pt x="5415" y="1219"/>
                    <a:pt x="4195" y="0"/>
                    <a:pt x="2700" y="0"/>
                  </a:cubicBezTo>
                  <a:close/>
                </a:path>
              </a:pathLst>
            </a:custGeom>
            <a:solidFill>
              <a:srgbClr val="A6F75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15"/>
            <p:cNvSpPr/>
            <p:nvPr/>
          </p:nvSpPr>
          <p:spPr>
            <a:xfrm>
              <a:off x="5692050" y="2784125"/>
              <a:ext cx="135400" cy="135350"/>
            </a:xfrm>
            <a:custGeom>
              <a:rect b="b" l="l" r="r" t="t"/>
              <a:pathLst>
                <a:path extrusionOk="0" h="5414" w="5416">
                  <a:moveTo>
                    <a:pt x="2700" y="0"/>
                  </a:moveTo>
                  <a:cubicBezTo>
                    <a:pt x="1204" y="0"/>
                    <a:pt x="1" y="1219"/>
                    <a:pt x="1" y="2715"/>
                  </a:cubicBezTo>
                  <a:cubicBezTo>
                    <a:pt x="1" y="4211"/>
                    <a:pt x="1204" y="5414"/>
                    <a:pt x="2700" y="5414"/>
                  </a:cubicBezTo>
                  <a:cubicBezTo>
                    <a:pt x="4196" y="5414"/>
                    <a:pt x="5415" y="4211"/>
                    <a:pt x="5415" y="2715"/>
                  </a:cubicBezTo>
                  <a:cubicBezTo>
                    <a:pt x="5415" y="1219"/>
                    <a:pt x="4196" y="0"/>
                    <a:pt x="2700" y="0"/>
                  </a:cubicBezTo>
                  <a:close/>
                </a:path>
              </a:pathLst>
            </a:custGeom>
            <a:solidFill>
              <a:srgbClr val="A6F75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15"/>
            <p:cNvSpPr/>
            <p:nvPr/>
          </p:nvSpPr>
          <p:spPr>
            <a:xfrm>
              <a:off x="6996100" y="2784125"/>
              <a:ext cx="135375" cy="135350"/>
            </a:xfrm>
            <a:custGeom>
              <a:rect b="b" l="l" r="r" t="t"/>
              <a:pathLst>
                <a:path extrusionOk="0" h="5414" w="5415">
                  <a:moveTo>
                    <a:pt x="2700" y="0"/>
                  </a:moveTo>
                  <a:cubicBezTo>
                    <a:pt x="1204" y="0"/>
                    <a:pt x="0" y="1219"/>
                    <a:pt x="0" y="2715"/>
                  </a:cubicBezTo>
                  <a:cubicBezTo>
                    <a:pt x="0" y="4211"/>
                    <a:pt x="1204" y="5414"/>
                    <a:pt x="2700" y="5414"/>
                  </a:cubicBezTo>
                  <a:cubicBezTo>
                    <a:pt x="4195" y="5414"/>
                    <a:pt x="5415" y="4211"/>
                    <a:pt x="5415" y="2715"/>
                  </a:cubicBezTo>
                  <a:cubicBezTo>
                    <a:pt x="5415" y="1219"/>
                    <a:pt x="4195" y="0"/>
                    <a:pt x="2700" y="0"/>
                  </a:cubicBezTo>
                  <a:close/>
                </a:path>
              </a:pathLst>
            </a:custGeom>
            <a:solidFill>
              <a:srgbClr val="A6F75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01" name="Google Shape;201;p15"/>
          <p:cNvSpPr txBox="1"/>
          <p:nvPr/>
        </p:nvSpPr>
        <p:spPr>
          <a:xfrm>
            <a:off x="330325" y="3061260"/>
            <a:ext cx="28887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1000">
                <a:solidFill>
                  <a:schemeClr val="lt1"/>
                </a:solidFill>
                <a:latin typeface="Fira Code Light"/>
                <a:ea typeface="Fira Code Light"/>
                <a:cs typeface="Fira Code Light"/>
                <a:sym typeface="Fira Code Light"/>
              </a:rPr>
              <a:t>Caso precise fazer gráficos, utilize esta variação de cores</a:t>
            </a:r>
            <a:endParaRPr sz="1000">
              <a:solidFill>
                <a:schemeClr val="lt1"/>
              </a:solidFill>
              <a:latin typeface="Fira Code Light"/>
              <a:ea typeface="Fira Code Light"/>
              <a:cs typeface="Fira Code Light"/>
              <a:sym typeface="Fira Code Light"/>
            </a:endParaRPr>
          </a:p>
        </p:txBody>
      </p:sp>
      <p:grpSp>
        <p:nvGrpSpPr>
          <p:cNvPr id="202" name="Google Shape;202;p15"/>
          <p:cNvGrpSpPr/>
          <p:nvPr/>
        </p:nvGrpSpPr>
        <p:grpSpPr>
          <a:xfrm>
            <a:off x="4370090" y="4261990"/>
            <a:ext cx="1131381" cy="569399"/>
            <a:chOff x="262425" y="883175"/>
            <a:chExt cx="6970925" cy="3897325"/>
          </a:xfrm>
        </p:grpSpPr>
        <p:sp>
          <p:nvSpPr>
            <p:cNvPr id="203" name="Google Shape;203;p15"/>
            <p:cNvSpPr/>
            <p:nvPr/>
          </p:nvSpPr>
          <p:spPr>
            <a:xfrm>
              <a:off x="446075" y="883175"/>
              <a:ext cx="6787275" cy="1688025"/>
            </a:xfrm>
            <a:custGeom>
              <a:rect b="b" l="l" r="r" t="t"/>
              <a:pathLst>
                <a:path extrusionOk="0" h="67521" w="271491">
                  <a:moveTo>
                    <a:pt x="4106" y="0"/>
                  </a:moveTo>
                  <a:cubicBezTo>
                    <a:pt x="1837" y="0"/>
                    <a:pt x="1" y="1729"/>
                    <a:pt x="1" y="3997"/>
                  </a:cubicBezTo>
                  <a:lnTo>
                    <a:pt x="1" y="63416"/>
                  </a:lnTo>
                  <a:cubicBezTo>
                    <a:pt x="1" y="65684"/>
                    <a:pt x="1837" y="67521"/>
                    <a:pt x="4106" y="67521"/>
                  </a:cubicBezTo>
                  <a:lnTo>
                    <a:pt x="267385" y="67521"/>
                  </a:lnTo>
                  <a:cubicBezTo>
                    <a:pt x="269654" y="67521"/>
                    <a:pt x="271490" y="65684"/>
                    <a:pt x="271490" y="63416"/>
                  </a:cubicBezTo>
                  <a:lnTo>
                    <a:pt x="271490" y="3997"/>
                  </a:lnTo>
                  <a:cubicBezTo>
                    <a:pt x="271490" y="1729"/>
                    <a:pt x="269654" y="0"/>
                    <a:pt x="267385" y="0"/>
                  </a:cubicBezTo>
                  <a:close/>
                </a:path>
              </a:pathLst>
            </a:custGeom>
            <a:solidFill>
              <a:srgbClr val="A6F75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15"/>
            <p:cNvSpPr/>
            <p:nvPr/>
          </p:nvSpPr>
          <p:spPr>
            <a:xfrm>
              <a:off x="462275" y="2571175"/>
              <a:ext cx="25" cy="1809600"/>
            </a:xfrm>
            <a:custGeom>
              <a:rect b="b" l="l" r="r" t="t"/>
              <a:pathLst>
                <a:path extrusionOk="0" fill="none" h="72384" w="1">
                  <a:moveTo>
                    <a:pt x="1" y="1"/>
                  </a:moveTo>
                  <a:lnTo>
                    <a:pt x="1" y="72383"/>
                  </a:lnTo>
                </a:path>
              </a:pathLst>
            </a:custGeom>
            <a:noFill/>
            <a:ln cap="flat" cmpd="sng" w="9525">
              <a:solidFill>
                <a:srgbClr val="A6F750"/>
              </a:solidFill>
              <a:prstDash val="dash"/>
              <a:miter lim="10803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15"/>
            <p:cNvSpPr/>
            <p:nvPr/>
          </p:nvSpPr>
          <p:spPr>
            <a:xfrm>
              <a:off x="262425" y="4380750"/>
              <a:ext cx="399750" cy="399750"/>
            </a:xfrm>
            <a:custGeom>
              <a:rect b="b" l="l" r="r" t="t"/>
              <a:pathLst>
                <a:path extrusionOk="0" h="15990" w="15990">
                  <a:moveTo>
                    <a:pt x="7995" y="0"/>
                  </a:moveTo>
                  <a:cubicBezTo>
                    <a:pt x="3565" y="0"/>
                    <a:pt x="0" y="3565"/>
                    <a:pt x="0" y="7995"/>
                  </a:cubicBezTo>
                  <a:cubicBezTo>
                    <a:pt x="0" y="12424"/>
                    <a:pt x="3565" y="15989"/>
                    <a:pt x="7995" y="15989"/>
                  </a:cubicBezTo>
                  <a:cubicBezTo>
                    <a:pt x="12424" y="15989"/>
                    <a:pt x="15989" y="12424"/>
                    <a:pt x="15989" y="7995"/>
                  </a:cubicBezTo>
                  <a:cubicBezTo>
                    <a:pt x="15989" y="3565"/>
                    <a:pt x="12424" y="0"/>
                    <a:pt x="7995" y="0"/>
                  </a:cubicBezTo>
                  <a:close/>
                </a:path>
              </a:pathLst>
            </a:custGeom>
            <a:solidFill>
              <a:srgbClr val="A6F75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6" name="Google Shape;206;p15"/>
          <p:cNvGrpSpPr/>
          <p:nvPr/>
        </p:nvGrpSpPr>
        <p:grpSpPr>
          <a:xfrm>
            <a:off x="1679061" y="4263665"/>
            <a:ext cx="1134105" cy="565732"/>
            <a:chOff x="248925" y="883175"/>
            <a:chExt cx="6970530" cy="3864289"/>
          </a:xfrm>
        </p:grpSpPr>
        <p:sp>
          <p:nvSpPr>
            <p:cNvPr id="207" name="Google Shape;207;p15"/>
            <p:cNvSpPr/>
            <p:nvPr/>
          </p:nvSpPr>
          <p:spPr>
            <a:xfrm>
              <a:off x="248925" y="883175"/>
              <a:ext cx="6787250" cy="1688025"/>
            </a:xfrm>
            <a:custGeom>
              <a:rect b="b" l="l" r="r" t="t"/>
              <a:pathLst>
                <a:path extrusionOk="0" h="67521" w="271490">
                  <a:moveTo>
                    <a:pt x="4105" y="0"/>
                  </a:moveTo>
                  <a:cubicBezTo>
                    <a:pt x="1837" y="0"/>
                    <a:pt x="0" y="1729"/>
                    <a:pt x="0" y="3997"/>
                  </a:cubicBezTo>
                  <a:lnTo>
                    <a:pt x="0" y="63416"/>
                  </a:lnTo>
                  <a:cubicBezTo>
                    <a:pt x="0" y="65684"/>
                    <a:pt x="1837" y="67521"/>
                    <a:pt x="4105" y="67521"/>
                  </a:cubicBezTo>
                  <a:lnTo>
                    <a:pt x="267384" y="67521"/>
                  </a:lnTo>
                  <a:cubicBezTo>
                    <a:pt x="269653" y="67521"/>
                    <a:pt x="271490" y="65684"/>
                    <a:pt x="271490" y="63416"/>
                  </a:cubicBezTo>
                  <a:lnTo>
                    <a:pt x="271490" y="3997"/>
                  </a:lnTo>
                  <a:cubicBezTo>
                    <a:pt x="271490" y="1729"/>
                    <a:pt x="269653" y="0"/>
                    <a:pt x="267384" y="0"/>
                  </a:cubicBezTo>
                  <a:close/>
                </a:path>
              </a:pathLst>
            </a:custGeom>
            <a:solidFill>
              <a:srgbClr val="A6F75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15"/>
            <p:cNvSpPr/>
            <p:nvPr/>
          </p:nvSpPr>
          <p:spPr>
            <a:xfrm flipH="1">
              <a:off x="7003085" y="2493285"/>
              <a:ext cx="33036" cy="1887594"/>
            </a:xfrm>
            <a:custGeom>
              <a:rect b="b" l="l" r="r" t="t"/>
              <a:pathLst>
                <a:path extrusionOk="0" fill="none" h="72384" w="1">
                  <a:moveTo>
                    <a:pt x="1" y="1"/>
                  </a:moveTo>
                  <a:lnTo>
                    <a:pt x="1" y="72383"/>
                  </a:lnTo>
                </a:path>
              </a:pathLst>
            </a:custGeom>
            <a:noFill/>
            <a:ln cap="flat" cmpd="sng" w="9525">
              <a:solidFill>
                <a:srgbClr val="A6F750"/>
              </a:solidFill>
              <a:prstDash val="dash"/>
              <a:miter lim="10803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15"/>
            <p:cNvSpPr/>
            <p:nvPr/>
          </p:nvSpPr>
          <p:spPr>
            <a:xfrm>
              <a:off x="6819705" y="4347714"/>
              <a:ext cx="399750" cy="399750"/>
            </a:xfrm>
            <a:custGeom>
              <a:rect b="b" l="l" r="r" t="t"/>
              <a:pathLst>
                <a:path extrusionOk="0" h="15990" w="15990">
                  <a:moveTo>
                    <a:pt x="7995" y="0"/>
                  </a:moveTo>
                  <a:cubicBezTo>
                    <a:pt x="3565" y="0"/>
                    <a:pt x="0" y="3565"/>
                    <a:pt x="0" y="7995"/>
                  </a:cubicBezTo>
                  <a:cubicBezTo>
                    <a:pt x="0" y="12424"/>
                    <a:pt x="3565" y="15989"/>
                    <a:pt x="7995" y="15989"/>
                  </a:cubicBezTo>
                  <a:cubicBezTo>
                    <a:pt x="12424" y="15989"/>
                    <a:pt x="15989" y="12424"/>
                    <a:pt x="15989" y="7995"/>
                  </a:cubicBezTo>
                  <a:cubicBezTo>
                    <a:pt x="15989" y="3565"/>
                    <a:pt x="12424" y="0"/>
                    <a:pt x="7995" y="0"/>
                  </a:cubicBezTo>
                  <a:close/>
                </a:path>
              </a:pathLst>
            </a:custGeom>
            <a:solidFill>
              <a:srgbClr val="A6F75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0" name="Google Shape;210;p15"/>
          <p:cNvGrpSpPr/>
          <p:nvPr/>
        </p:nvGrpSpPr>
        <p:grpSpPr>
          <a:xfrm>
            <a:off x="3024794" y="4261265"/>
            <a:ext cx="1133669" cy="570580"/>
            <a:chOff x="254600" y="847425"/>
            <a:chExt cx="7094300" cy="3967875"/>
          </a:xfrm>
        </p:grpSpPr>
        <p:sp>
          <p:nvSpPr>
            <p:cNvPr id="211" name="Google Shape;211;p15"/>
            <p:cNvSpPr/>
            <p:nvPr/>
          </p:nvSpPr>
          <p:spPr>
            <a:xfrm>
              <a:off x="441600" y="3096700"/>
              <a:ext cx="6907300" cy="1718600"/>
            </a:xfrm>
            <a:custGeom>
              <a:rect b="b" l="l" r="r" t="t"/>
              <a:pathLst>
                <a:path extrusionOk="0" h="68744" w="276292">
                  <a:moveTo>
                    <a:pt x="4070" y="0"/>
                  </a:moveTo>
                  <a:cubicBezTo>
                    <a:pt x="1760" y="0"/>
                    <a:pt x="0" y="1870"/>
                    <a:pt x="0" y="4180"/>
                  </a:cubicBezTo>
                  <a:lnTo>
                    <a:pt x="0" y="64674"/>
                  </a:lnTo>
                  <a:cubicBezTo>
                    <a:pt x="0" y="66873"/>
                    <a:pt x="1760" y="68743"/>
                    <a:pt x="4070" y="68743"/>
                  </a:cubicBezTo>
                  <a:lnTo>
                    <a:pt x="272222" y="68743"/>
                  </a:lnTo>
                  <a:cubicBezTo>
                    <a:pt x="274421" y="68743"/>
                    <a:pt x="276291" y="66873"/>
                    <a:pt x="276291" y="64674"/>
                  </a:cubicBezTo>
                  <a:lnTo>
                    <a:pt x="276291" y="4180"/>
                  </a:lnTo>
                  <a:cubicBezTo>
                    <a:pt x="276291" y="1870"/>
                    <a:pt x="274421" y="0"/>
                    <a:pt x="272222" y="0"/>
                  </a:cubicBezTo>
                  <a:close/>
                </a:path>
              </a:pathLst>
            </a:custGeom>
            <a:solidFill>
              <a:srgbClr val="A6F75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15"/>
            <p:cNvSpPr/>
            <p:nvPr/>
          </p:nvSpPr>
          <p:spPr>
            <a:xfrm>
              <a:off x="458100" y="1254400"/>
              <a:ext cx="25" cy="1842325"/>
            </a:xfrm>
            <a:custGeom>
              <a:rect b="b" l="l" r="r" t="t"/>
              <a:pathLst>
                <a:path extrusionOk="0" fill="none" h="73693" w="1">
                  <a:moveTo>
                    <a:pt x="0" y="73692"/>
                  </a:moveTo>
                  <a:lnTo>
                    <a:pt x="0" y="0"/>
                  </a:lnTo>
                </a:path>
              </a:pathLst>
            </a:custGeom>
            <a:noFill/>
            <a:ln cap="flat" cmpd="sng" w="9525">
              <a:solidFill>
                <a:srgbClr val="A6F750"/>
              </a:solidFill>
              <a:prstDash val="dash"/>
              <a:miter lim="109988"/>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15"/>
            <p:cNvSpPr/>
            <p:nvPr/>
          </p:nvSpPr>
          <p:spPr>
            <a:xfrm>
              <a:off x="254600" y="847425"/>
              <a:ext cx="407000" cy="407000"/>
            </a:xfrm>
            <a:custGeom>
              <a:rect b="b" l="l" r="r" t="t"/>
              <a:pathLst>
                <a:path extrusionOk="0" h="16280" w="16280">
                  <a:moveTo>
                    <a:pt x="8140" y="1"/>
                  </a:moveTo>
                  <a:cubicBezTo>
                    <a:pt x="3741" y="1"/>
                    <a:pt x="1" y="3631"/>
                    <a:pt x="1" y="8140"/>
                  </a:cubicBezTo>
                  <a:cubicBezTo>
                    <a:pt x="1" y="12540"/>
                    <a:pt x="3741" y="16279"/>
                    <a:pt x="8140" y="16279"/>
                  </a:cubicBezTo>
                  <a:cubicBezTo>
                    <a:pt x="12650" y="16279"/>
                    <a:pt x="16279" y="12540"/>
                    <a:pt x="16279" y="8140"/>
                  </a:cubicBezTo>
                  <a:cubicBezTo>
                    <a:pt x="16279" y="3631"/>
                    <a:pt x="12650" y="1"/>
                    <a:pt x="8140" y="1"/>
                  </a:cubicBezTo>
                  <a:close/>
                </a:path>
              </a:pathLst>
            </a:custGeom>
            <a:solidFill>
              <a:srgbClr val="A6F75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4" name="Google Shape;214;p15"/>
          <p:cNvGrpSpPr/>
          <p:nvPr/>
        </p:nvGrpSpPr>
        <p:grpSpPr>
          <a:xfrm>
            <a:off x="330373" y="4261067"/>
            <a:ext cx="1137064" cy="570958"/>
            <a:chOff x="243525" y="883175"/>
            <a:chExt cx="6984425" cy="3897325"/>
          </a:xfrm>
        </p:grpSpPr>
        <p:sp>
          <p:nvSpPr>
            <p:cNvPr id="215" name="Google Shape;215;p15"/>
            <p:cNvSpPr/>
            <p:nvPr/>
          </p:nvSpPr>
          <p:spPr>
            <a:xfrm>
              <a:off x="243525" y="3092450"/>
              <a:ext cx="6784550" cy="1688050"/>
            </a:xfrm>
            <a:custGeom>
              <a:rect b="b" l="l" r="r" t="t"/>
              <a:pathLst>
                <a:path extrusionOk="0" h="67522" w="271382">
                  <a:moveTo>
                    <a:pt x="3997" y="0"/>
                  </a:moveTo>
                  <a:cubicBezTo>
                    <a:pt x="1729" y="0"/>
                    <a:pt x="0" y="1837"/>
                    <a:pt x="0" y="4106"/>
                  </a:cubicBezTo>
                  <a:lnTo>
                    <a:pt x="0" y="63524"/>
                  </a:lnTo>
                  <a:cubicBezTo>
                    <a:pt x="0" y="65685"/>
                    <a:pt x="1729" y="67521"/>
                    <a:pt x="3997" y="67521"/>
                  </a:cubicBezTo>
                  <a:lnTo>
                    <a:pt x="267384" y="67521"/>
                  </a:lnTo>
                  <a:cubicBezTo>
                    <a:pt x="269545" y="67521"/>
                    <a:pt x="271382" y="65685"/>
                    <a:pt x="271382" y="63524"/>
                  </a:cubicBezTo>
                  <a:lnTo>
                    <a:pt x="271382" y="4106"/>
                  </a:lnTo>
                  <a:cubicBezTo>
                    <a:pt x="271382" y="1837"/>
                    <a:pt x="269545" y="0"/>
                    <a:pt x="267384" y="0"/>
                  </a:cubicBezTo>
                  <a:close/>
                </a:path>
              </a:pathLst>
            </a:custGeom>
            <a:solidFill>
              <a:srgbClr val="A6F75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15"/>
            <p:cNvSpPr/>
            <p:nvPr/>
          </p:nvSpPr>
          <p:spPr>
            <a:xfrm>
              <a:off x="7028050" y="1282875"/>
              <a:ext cx="25" cy="1809600"/>
            </a:xfrm>
            <a:custGeom>
              <a:rect b="b" l="l" r="r" t="t"/>
              <a:pathLst>
                <a:path extrusionOk="0" fill="none" h="72384" w="1">
                  <a:moveTo>
                    <a:pt x="1" y="72383"/>
                  </a:moveTo>
                  <a:lnTo>
                    <a:pt x="1" y="1"/>
                  </a:lnTo>
                </a:path>
              </a:pathLst>
            </a:custGeom>
            <a:noFill/>
            <a:ln cap="flat" cmpd="sng" w="9525">
              <a:solidFill>
                <a:srgbClr val="A6F750"/>
              </a:solidFill>
              <a:prstDash val="dash"/>
              <a:miter lim="10803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15"/>
            <p:cNvSpPr/>
            <p:nvPr/>
          </p:nvSpPr>
          <p:spPr>
            <a:xfrm>
              <a:off x="6828200" y="883175"/>
              <a:ext cx="399750" cy="399725"/>
            </a:xfrm>
            <a:custGeom>
              <a:rect b="b" l="l" r="r" t="t"/>
              <a:pathLst>
                <a:path extrusionOk="0" h="15989" w="15990">
                  <a:moveTo>
                    <a:pt x="7995" y="0"/>
                  </a:moveTo>
                  <a:cubicBezTo>
                    <a:pt x="3565" y="0"/>
                    <a:pt x="0" y="3565"/>
                    <a:pt x="0" y="7995"/>
                  </a:cubicBezTo>
                  <a:cubicBezTo>
                    <a:pt x="0" y="12316"/>
                    <a:pt x="3565" y="15989"/>
                    <a:pt x="7995" y="15989"/>
                  </a:cubicBezTo>
                  <a:cubicBezTo>
                    <a:pt x="12424" y="15989"/>
                    <a:pt x="15989" y="12316"/>
                    <a:pt x="15989" y="7995"/>
                  </a:cubicBezTo>
                  <a:cubicBezTo>
                    <a:pt x="15989" y="3565"/>
                    <a:pt x="12424" y="0"/>
                    <a:pt x="7995" y="0"/>
                  </a:cubicBezTo>
                  <a:close/>
                </a:path>
              </a:pathLst>
            </a:custGeom>
            <a:solidFill>
              <a:srgbClr val="A6F75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8" name="Google Shape;218;p15"/>
          <p:cNvSpPr txBox="1"/>
          <p:nvPr/>
        </p:nvSpPr>
        <p:spPr>
          <a:xfrm>
            <a:off x="3754838" y="867645"/>
            <a:ext cx="5097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pt-BR" sz="600">
                <a:solidFill>
                  <a:schemeClr val="lt1"/>
                </a:solidFill>
                <a:latin typeface="Ubuntu"/>
                <a:ea typeface="Ubuntu"/>
                <a:cs typeface="Ubuntu"/>
                <a:sym typeface="Ubuntu"/>
              </a:rPr>
              <a:t>xx.xxx</a:t>
            </a:r>
            <a:endParaRPr sz="600">
              <a:solidFill>
                <a:schemeClr val="lt1"/>
              </a:solidFill>
              <a:latin typeface="Ubuntu"/>
              <a:ea typeface="Ubuntu"/>
              <a:cs typeface="Ubuntu"/>
              <a:sym typeface="Ubuntu"/>
            </a:endParaRPr>
          </a:p>
          <a:p>
            <a:pPr indent="0" lvl="0" marL="0" rtl="0" algn="l">
              <a:spcBef>
                <a:spcPts val="0"/>
              </a:spcBef>
              <a:spcAft>
                <a:spcPts val="0"/>
              </a:spcAft>
              <a:buNone/>
            </a:pPr>
            <a:r>
              <a:rPr lang="pt-BR" sz="600">
                <a:solidFill>
                  <a:schemeClr val="lt1"/>
                </a:solidFill>
                <a:latin typeface="Ubuntu Light"/>
                <a:ea typeface="Ubuntu Light"/>
                <a:cs typeface="Ubuntu Light"/>
                <a:sym typeface="Ubuntu Light"/>
              </a:rPr>
              <a:t>inscritos</a:t>
            </a:r>
            <a:endParaRPr sz="600">
              <a:solidFill>
                <a:schemeClr val="lt1"/>
              </a:solidFill>
              <a:latin typeface="Ubuntu Light"/>
              <a:ea typeface="Ubuntu Light"/>
              <a:cs typeface="Ubuntu Light"/>
              <a:sym typeface="Ubuntu Light"/>
            </a:endParaRPr>
          </a:p>
        </p:txBody>
      </p:sp>
      <p:sp>
        <p:nvSpPr>
          <p:cNvPr id="219" name="Google Shape;219;p15"/>
          <p:cNvSpPr txBox="1"/>
          <p:nvPr/>
        </p:nvSpPr>
        <p:spPr>
          <a:xfrm>
            <a:off x="4352838" y="883170"/>
            <a:ext cx="5598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600">
                <a:solidFill>
                  <a:schemeClr val="lt1"/>
                </a:solidFill>
                <a:latin typeface="Ubuntu"/>
                <a:ea typeface="Ubuntu"/>
                <a:cs typeface="Ubuntu"/>
                <a:sym typeface="Ubuntu"/>
              </a:rPr>
              <a:t>xx.xxx</a:t>
            </a:r>
            <a:endParaRPr sz="600">
              <a:solidFill>
                <a:schemeClr val="lt1"/>
              </a:solidFill>
              <a:latin typeface="Ubuntu"/>
              <a:ea typeface="Ubuntu"/>
              <a:cs typeface="Ubuntu"/>
              <a:sym typeface="Ubuntu"/>
            </a:endParaRPr>
          </a:p>
          <a:p>
            <a:pPr indent="0" lvl="0" marL="0" rtl="0" algn="l">
              <a:spcBef>
                <a:spcPts val="0"/>
              </a:spcBef>
              <a:spcAft>
                <a:spcPts val="0"/>
              </a:spcAft>
              <a:buNone/>
            </a:pPr>
            <a:r>
              <a:rPr lang="pt-BR" sz="600">
                <a:solidFill>
                  <a:schemeClr val="lt1"/>
                </a:solidFill>
                <a:latin typeface="Ubuntu Light"/>
                <a:ea typeface="Ubuntu Light"/>
                <a:cs typeface="Ubuntu Light"/>
                <a:sym typeface="Ubuntu Light"/>
              </a:rPr>
              <a:t>candidatos</a:t>
            </a:r>
            <a:endParaRPr sz="600">
              <a:solidFill>
                <a:schemeClr val="lt1"/>
              </a:solidFill>
              <a:latin typeface="Ubuntu Light"/>
              <a:ea typeface="Ubuntu Light"/>
              <a:cs typeface="Ubuntu Light"/>
              <a:sym typeface="Ubuntu Light"/>
            </a:endParaRPr>
          </a:p>
        </p:txBody>
      </p:sp>
      <p:sp>
        <p:nvSpPr>
          <p:cNvPr id="220" name="Google Shape;220;p15"/>
          <p:cNvSpPr txBox="1"/>
          <p:nvPr/>
        </p:nvSpPr>
        <p:spPr>
          <a:xfrm>
            <a:off x="5263788" y="1158030"/>
            <a:ext cx="5598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600">
                <a:solidFill>
                  <a:schemeClr val="lt1"/>
                </a:solidFill>
                <a:latin typeface="Ubuntu"/>
                <a:ea typeface="Ubuntu"/>
                <a:cs typeface="Ubuntu"/>
                <a:sym typeface="Ubuntu"/>
              </a:rPr>
              <a:t>xx.xxx</a:t>
            </a:r>
            <a:endParaRPr sz="600">
              <a:solidFill>
                <a:schemeClr val="lt1"/>
              </a:solidFill>
              <a:latin typeface="Ubuntu"/>
              <a:ea typeface="Ubuntu"/>
              <a:cs typeface="Ubuntu"/>
              <a:sym typeface="Ubuntu"/>
            </a:endParaRPr>
          </a:p>
          <a:p>
            <a:pPr indent="0" lvl="0" marL="0" rtl="0" algn="l">
              <a:spcBef>
                <a:spcPts val="0"/>
              </a:spcBef>
              <a:spcAft>
                <a:spcPts val="0"/>
              </a:spcAft>
              <a:buNone/>
            </a:pPr>
            <a:r>
              <a:rPr lang="pt-BR" sz="600">
                <a:solidFill>
                  <a:schemeClr val="lt1"/>
                </a:solidFill>
                <a:latin typeface="Ubuntu Light"/>
                <a:ea typeface="Ubuntu Light"/>
                <a:cs typeface="Ubuntu Light"/>
                <a:sym typeface="Ubuntu Light"/>
              </a:rPr>
              <a:t>candidatos</a:t>
            </a:r>
            <a:endParaRPr sz="600">
              <a:solidFill>
                <a:schemeClr val="lt1"/>
              </a:solidFill>
              <a:latin typeface="Ubuntu Light"/>
              <a:ea typeface="Ubuntu Light"/>
              <a:cs typeface="Ubuntu Light"/>
              <a:sym typeface="Ubuntu Light"/>
            </a:endParaRPr>
          </a:p>
        </p:txBody>
      </p:sp>
      <p:sp>
        <p:nvSpPr>
          <p:cNvPr id="221" name="Google Shape;221;p15"/>
          <p:cNvSpPr txBox="1"/>
          <p:nvPr/>
        </p:nvSpPr>
        <p:spPr>
          <a:xfrm>
            <a:off x="6064813" y="1366965"/>
            <a:ext cx="5598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600">
                <a:solidFill>
                  <a:schemeClr val="lt1"/>
                </a:solidFill>
                <a:latin typeface="Ubuntu"/>
                <a:ea typeface="Ubuntu"/>
                <a:cs typeface="Ubuntu"/>
                <a:sym typeface="Ubuntu"/>
              </a:rPr>
              <a:t>xx.xxx</a:t>
            </a:r>
            <a:endParaRPr sz="600">
              <a:solidFill>
                <a:schemeClr val="lt1"/>
              </a:solidFill>
              <a:latin typeface="Ubuntu"/>
              <a:ea typeface="Ubuntu"/>
              <a:cs typeface="Ubuntu"/>
              <a:sym typeface="Ubuntu"/>
            </a:endParaRPr>
          </a:p>
          <a:p>
            <a:pPr indent="0" lvl="0" marL="0" rtl="0" algn="l">
              <a:spcBef>
                <a:spcPts val="0"/>
              </a:spcBef>
              <a:spcAft>
                <a:spcPts val="0"/>
              </a:spcAft>
              <a:buNone/>
            </a:pPr>
            <a:r>
              <a:rPr lang="pt-BR" sz="600">
                <a:solidFill>
                  <a:schemeClr val="lt1"/>
                </a:solidFill>
                <a:latin typeface="Ubuntu Light"/>
                <a:ea typeface="Ubuntu Light"/>
                <a:cs typeface="Ubuntu Light"/>
                <a:sym typeface="Ubuntu Light"/>
              </a:rPr>
              <a:t>candidatos</a:t>
            </a:r>
            <a:endParaRPr sz="600">
              <a:solidFill>
                <a:schemeClr val="lt1"/>
              </a:solidFill>
              <a:latin typeface="Ubuntu Light"/>
              <a:ea typeface="Ubuntu Light"/>
              <a:cs typeface="Ubuntu Light"/>
              <a:sym typeface="Ubuntu Light"/>
            </a:endParaRPr>
          </a:p>
        </p:txBody>
      </p:sp>
      <p:sp>
        <p:nvSpPr>
          <p:cNvPr id="222" name="Google Shape;222;p15"/>
          <p:cNvSpPr txBox="1"/>
          <p:nvPr/>
        </p:nvSpPr>
        <p:spPr>
          <a:xfrm>
            <a:off x="7029663" y="1498275"/>
            <a:ext cx="5598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600">
                <a:solidFill>
                  <a:schemeClr val="lt1"/>
                </a:solidFill>
                <a:latin typeface="Ubuntu"/>
                <a:ea typeface="Ubuntu"/>
                <a:cs typeface="Ubuntu"/>
                <a:sym typeface="Ubuntu"/>
              </a:rPr>
              <a:t>xx.xxx</a:t>
            </a:r>
            <a:endParaRPr sz="600">
              <a:solidFill>
                <a:schemeClr val="lt1"/>
              </a:solidFill>
              <a:latin typeface="Ubuntu"/>
              <a:ea typeface="Ubuntu"/>
              <a:cs typeface="Ubuntu"/>
              <a:sym typeface="Ubuntu"/>
            </a:endParaRPr>
          </a:p>
          <a:p>
            <a:pPr indent="0" lvl="0" marL="0" rtl="0" algn="l">
              <a:spcBef>
                <a:spcPts val="0"/>
              </a:spcBef>
              <a:spcAft>
                <a:spcPts val="0"/>
              </a:spcAft>
              <a:buNone/>
            </a:pPr>
            <a:r>
              <a:rPr lang="pt-BR" sz="600">
                <a:solidFill>
                  <a:schemeClr val="lt1"/>
                </a:solidFill>
                <a:latin typeface="Ubuntu Light"/>
                <a:ea typeface="Ubuntu Light"/>
                <a:cs typeface="Ubuntu Light"/>
                <a:sym typeface="Ubuntu Light"/>
              </a:rPr>
              <a:t>candidatos</a:t>
            </a:r>
            <a:endParaRPr sz="600">
              <a:solidFill>
                <a:schemeClr val="lt1"/>
              </a:solidFill>
              <a:latin typeface="Ubuntu Light"/>
              <a:ea typeface="Ubuntu Light"/>
              <a:cs typeface="Ubuntu Light"/>
              <a:sym typeface="Ubuntu Light"/>
            </a:endParaRPr>
          </a:p>
        </p:txBody>
      </p:sp>
      <p:sp>
        <p:nvSpPr>
          <p:cNvPr id="223" name="Google Shape;223;p15"/>
          <p:cNvSpPr txBox="1"/>
          <p:nvPr/>
        </p:nvSpPr>
        <p:spPr>
          <a:xfrm>
            <a:off x="7962188" y="1590863"/>
            <a:ext cx="4248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600">
                <a:solidFill>
                  <a:schemeClr val="lt1"/>
                </a:solidFill>
                <a:latin typeface="Ubuntu"/>
                <a:ea typeface="Ubuntu"/>
                <a:cs typeface="Ubuntu"/>
                <a:sym typeface="Ubuntu"/>
              </a:rPr>
              <a:t>xx.xxx</a:t>
            </a:r>
            <a:endParaRPr sz="600">
              <a:solidFill>
                <a:schemeClr val="lt1"/>
              </a:solidFill>
              <a:latin typeface="Ubuntu"/>
              <a:ea typeface="Ubuntu"/>
              <a:cs typeface="Ubuntu"/>
              <a:sym typeface="Ubuntu"/>
            </a:endParaRPr>
          </a:p>
          <a:p>
            <a:pPr indent="0" lvl="0" marL="0" rtl="0" algn="l">
              <a:spcBef>
                <a:spcPts val="0"/>
              </a:spcBef>
              <a:spcAft>
                <a:spcPts val="0"/>
              </a:spcAft>
              <a:buNone/>
            </a:pPr>
            <a:r>
              <a:rPr lang="pt-BR" sz="600">
                <a:solidFill>
                  <a:schemeClr val="lt1"/>
                </a:solidFill>
                <a:latin typeface="Ubuntu Light"/>
                <a:ea typeface="Ubuntu Light"/>
                <a:cs typeface="Ubuntu Light"/>
                <a:sym typeface="Ubuntu Light"/>
              </a:rPr>
              <a:t>alunos</a:t>
            </a:r>
            <a:endParaRPr sz="600">
              <a:solidFill>
                <a:schemeClr val="lt1"/>
              </a:solidFill>
              <a:latin typeface="Ubuntu Light"/>
              <a:ea typeface="Ubuntu Light"/>
              <a:cs typeface="Ubuntu Light"/>
              <a:sym typeface="Ubuntu Light"/>
            </a:endParaRPr>
          </a:p>
        </p:txBody>
      </p:sp>
      <p:grpSp>
        <p:nvGrpSpPr>
          <p:cNvPr id="224" name="Google Shape;224;p15"/>
          <p:cNvGrpSpPr/>
          <p:nvPr/>
        </p:nvGrpSpPr>
        <p:grpSpPr>
          <a:xfrm>
            <a:off x="3733284" y="987937"/>
            <a:ext cx="5064096" cy="2073272"/>
            <a:chOff x="242175" y="1267650"/>
            <a:chExt cx="7123500" cy="3240500"/>
          </a:xfrm>
        </p:grpSpPr>
        <p:sp>
          <p:nvSpPr>
            <p:cNvPr id="225" name="Google Shape;225;p15"/>
            <p:cNvSpPr/>
            <p:nvPr/>
          </p:nvSpPr>
          <p:spPr>
            <a:xfrm>
              <a:off x="2438600" y="2115875"/>
              <a:ext cx="1022625" cy="1958900"/>
            </a:xfrm>
            <a:custGeom>
              <a:rect b="b" l="l" r="r" t="t"/>
              <a:pathLst>
                <a:path extrusionOk="0" h="78356" w="40905">
                  <a:moveTo>
                    <a:pt x="0" y="0"/>
                  </a:moveTo>
                  <a:lnTo>
                    <a:pt x="0" y="78355"/>
                  </a:lnTo>
                  <a:lnTo>
                    <a:pt x="39723" y="66304"/>
                  </a:lnTo>
                  <a:cubicBezTo>
                    <a:pt x="40418" y="58494"/>
                    <a:pt x="40905" y="49456"/>
                    <a:pt x="40812" y="39421"/>
                  </a:cubicBezTo>
                  <a:cubicBezTo>
                    <a:pt x="40742" y="30105"/>
                    <a:pt x="40256" y="20951"/>
                    <a:pt x="39236" y="11704"/>
                  </a:cubicBezTo>
                  <a:lnTo>
                    <a:pt x="0" y="0"/>
                  </a:lnTo>
                  <a:close/>
                </a:path>
              </a:pathLst>
            </a:custGeom>
            <a:solidFill>
              <a:srgbClr val="383C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15"/>
            <p:cNvSpPr/>
            <p:nvPr/>
          </p:nvSpPr>
          <p:spPr>
            <a:xfrm>
              <a:off x="300100" y="1681925"/>
              <a:ext cx="641400" cy="2823900"/>
            </a:xfrm>
            <a:custGeom>
              <a:rect b="b" l="l" r="r" t="t"/>
              <a:pathLst>
                <a:path extrusionOk="0" h="112956" w="25656">
                  <a:moveTo>
                    <a:pt x="1" y="0"/>
                  </a:moveTo>
                  <a:lnTo>
                    <a:pt x="1" y="112956"/>
                  </a:lnTo>
                  <a:lnTo>
                    <a:pt x="24613" y="112770"/>
                  </a:lnTo>
                  <a:cubicBezTo>
                    <a:pt x="25262" y="95319"/>
                    <a:pt x="25609" y="77405"/>
                    <a:pt x="25632" y="59050"/>
                  </a:cubicBezTo>
                  <a:cubicBezTo>
                    <a:pt x="25656" y="38795"/>
                    <a:pt x="25308" y="19120"/>
                    <a:pt x="24613" y="0"/>
                  </a:cubicBezTo>
                  <a:close/>
                </a:path>
              </a:pathLst>
            </a:custGeom>
            <a:solidFill>
              <a:srgbClr val="383C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15"/>
            <p:cNvSpPr/>
            <p:nvPr/>
          </p:nvSpPr>
          <p:spPr>
            <a:xfrm>
              <a:off x="1209725" y="1681925"/>
              <a:ext cx="1123450" cy="2821600"/>
            </a:xfrm>
            <a:custGeom>
              <a:rect b="b" l="l" r="r" t="t"/>
              <a:pathLst>
                <a:path extrusionOk="0" h="112864" w="44938">
                  <a:moveTo>
                    <a:pt x="1" y="0"/>
                  </a:moveTo>
                  <a:lnTo>
                    <a:pt x="1" y="112863"/>
                  </a:lnTo>
                  <a:lnTo>
                    <a:pt x="43408" y="97544"/>
                  </a:lnTo>
                  <a:cubicBezTo>
                    <a:pt x="44289" y="85655"/>
                    <a:pt x="44868" y="72376"/>
                    <a:pt x="44914" y="57706"/>
                  </a:cubicBezTo>
                  <a:cubicBezTo>
                    <a:pt x="44937" y="42063"/>
                    <a:pt x="44358" y="28019"/>
                    <a:pt x="43431" y="15528"/>
                  </a:cubicBezTo>
                  <a:lnTo>
                    <a:pt x="1" y="0"/>
                  </a:lnTo>
                  <a:close/>
                </a:path>
              </a:pathLst>
            </a:custGeom>
            <a:solidFill>
              <a:srgbClr val="383C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15"/>
            <p:cNvSpPr/>
            <p:nvPr/>
          </p:nvSpPr>
          <p:spPr>
            <a:xfrm>
              <a:off x="4937450" y="2647150"/>
              <a:ext cx="1214425" cy="887650"/>
            </a:xfrm>
            <a:custGeom>
              <a:rect b="b" l="l" r="r" t="t"/>
              <a:pathLst>
                <a:path extrusionOk="0" h="35506" w="48577">
                  <a:moveTo>
                    <a:pt x="1" y="1"/>
                  </a:moveTo>
                  <a:lnTo>
                    <a:pt x="1" y="35505"/>
                  </a:lnTo>
                  <a:lnTo>
                    <a:pt x="48576" y="30036"/>
                  </a:lnTo>
                  <a:cubicBezTo>
                    <a:pt x="48576" y="20928"/>
                    <a:pt x="48576" y="13976"/>
                    <a:pt x="47927" y="5285"/>
                  </a:cubicBezTo>
                  <a:lnTo>
                    <a:pt x="1" y="1"/>
                  </a:lnTo>
                  <a:close/>
                </a:path>
              </a:pathLst>
            </a:custGeom>
            <a:solidFill>
              <a:srgbClr val="383C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15"/>
            <p:cNvSpPr/>
            <p:nvPr/>
          </p:nvSpPr>
          <p:spPr>
            <a:xfrm>
              <a:off x="6252650" y="2795475"/>
              <a:ext cx="1092150" cy="599100"/>
            </a:xfrm>
            <a:custGeom>
              <a:rect b="b" l="l" r="r" t="t"/>
              <a:pathLst>
                <a:path extrusionOk="0" h="23964" w="43686">
                  <a:moveTo>
                    <a:pt x="1" y="1"/>
                  </a:moveTo>
                  <a:lnTo>
                    <a:pt x="1" y="23964"/>
                  </a:lnTo>
                  <a:lnTo>
                    <a:pt x="43686" y="23524"/>
                  </a:lnTo>
                  <a:lnTo>
                    <a:pt x="43686" y="1"/>
                  </a:lnTo>
                  <a:close/>
                </a:path>
              </a:pathLst>
            </a:custGeom>
            <a:solidFill>
              <a:srgbClr val="383C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15"/>
            <p:cNvSpPr/>
            <p:nvPr/>
          </p:nvSpPr>
          <p:spPr>
            <a:xfrm>
              <a:off x="1140775" y="1681925"/>
              <a:ext cx="96225" cy="2825075"/>
            </a:xfrm>
            <a:custGeom>
              <a:rect b="b" l="l" r="r" t="t"/>
              <a:pathLst>
                <a:path extrusionOk="0" h="113003" w="3849">
                  <a:moveTo>
                    <a:pt x="1" y="0"/>
                  </a:moveTo>
                  <a:lnTo>
                    <a:pt x="2759" y="0"/>
                  </a:lnTo>
                  <a:cubicBezTo>
                    <a:pt x="3292" y="16339"/>
                    <a:pt x="3686" y="33372"/>
                    <a:pt x="3778" y="51125"/>
                  </a:cubicBezTo>
                  <a:cubicBezTo>
                    <a:pt x="3848" y="72701"/>
                    <a:pt x="3408" y="93303"/>
                    <a:pt x="2759" y="112863"/>
                  </a:cubicBezTo>
                  <a:lnTo>
                    <a:pt x="1" y="113002"/>
                  </a:lnTo>
                  <a:close/>
                </a:path>
              </a:pathLst>
            </a:custGeom>
            <a:solidFill>
              <a:srgbClr val="AEAEA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15"/>
            <p:cNvSpPr/>
            <p:nvPr/>
          </p:nvSpPr>
          <p:spPr>
            <a:xfrm>
              <a:off x="2286800" y="2067200"/>
              <a:ext cx="56800" cy="2056250"/>
            </a:xfrm>
            <a:custGeom>
              <a:rect b="b" l="l" r="r" t="t"/>
              <a:pathLst>
                <a:path extrusionOk="0" h="82250" w="2272">
                  <a:moveTo>
                    <a:pt x="1692" y="81623"/>
                  </a:moveTo>
                  <a:cubicBezTo>
                    <a:pt x="2086" y="67996"/>
                    <a:pt x="2272" y="53697"/>
                    <a:pt x="2272" y="38773"/>
                  </a:cubicBezTo>
                  <a:cubicBezTo>
                    <a:pt x="2248" y="25540"/>
                    <a:pt x="2063" y="12816"/>
                    <a:pt x="1692" y="580"/>
                  </a:cubicBezTo>
                  <a:lnTo>
                    <a:pt x="0" y="1"/>
                  </a:lnTo>
                  <a:cubicBezTo>
                    <a:pt x="464" y="12168"/>
                    <a:pt x="742" y="25007"/>
                    <a:pt x="788" y="38495"/>
                  </a:cubicBezTo>
                  <a:cubicBezTo>
                    <a:pt x="835" y="53906"/>
                    <a:pt x="533" y="68506"/>
                    <a:pt x="0" y="82249"/>
                  </a:cubicBezTo>
                  <a:close/>
                </a:path>
              </a:pathLst>
            </a:custGeom>
            <a:solidFill>
              <a:srgbClr val="AEAEA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15"/>
            <p:cNvSpPr/>
            <p:nvPr/>
          </p:nvSpPr>
          <p:spPr>
            <a:xfrm>
              <a:off x="1115300" y="1681925"/>
              <a:ext cx="52150" cy="2826225"/>
            </a:xfrm>
            <a:custGeom>
              <a:rect b="b" l="l" r="r" t="t"/>
              <a:pathLst>
                <a:path extrusionOk="0" h="113049" w="2086">
                  <a:moveTo>
                    <a:pt x="1043" y="0"/>
                  </a:moveTo>
                  <a:cubicBezTo>
                    <a:pt x="464" y="0"/>
                    <a:pt x="0" y="25307"/>
                    <a:pt x="0" y="56524"/>
                  </a:cubicBezTo>
                  <a:cubicBezTo>
                    <a:pt x="0" y="87741"/>
                    <a:pt x="464" y="113048"/>
                    <a:pt x="1043" y="113048"/>
                  </a:cubicBezTo>
                  <a:cubicBezTo>
                    <a:pt x="1622" y="113048"/>
                    <a:pt x="2086" y="87741"/>
                    <a:pt x="2086" y="56524"/>
                  </a:cubicBezTo>
                  <a:cubicBezTo>
                    <a:pt x="2086" y="25307"/>
                    <a:pt x="1622" y="0"/>
                    <a:pt x="1043" y="0"/>
                  </a:cubicBezTo>
                  <a:close/>
                </a:path>
              </a:pathLst>
            </a:custGeom>
            <a:solidFill>
              <a:srgbClr val="2626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15"/>
            <p:cNvSpPr/>
            <p:nvPr/>
          </p:nvSpPr>
          <p:spPr>
            <a:xfrm>
              <a:off x="242175" y="1681925"/>
              <a:ext cx="112425" cy="2826225"/>
            </a:xfrm>
            <a:custGeom>
              <a:rect b="b" l="l" r="r" t="t"/>
              <a:pathLst>
                <a:path extrusionOk="0" h="113049" w="4497">
                  <a:moveTo>
                    <a:pt x="2248" y="0"/>
                  </a:moveTo>
                  <a:cubicBezTo>
                    <a:pt x="1020" y="0"/>
                    <a:pt x="0" y="25307"/>
                    <a:pt x="0" y="56524"/>
                  </a:cubicBezTo>
                  <a:cubicBezTo>
                    <a:pt x="0" y="87741"/>
                    <a:pt x="1020" y="113048"/>
                    <a:pt x="2248" y="113048"/>
                  </a:cubicBezTo>
                  <a:cubicBezTo>
                    <a:pt x="3500" y="113048"/>
                    <a:pt x="4496" y="87741"/>
                    <a:pt x="4496" y="56524"/>
                  </a:cubicBezTo>
                  <a:cubicBezTo>
                    <a:pt x="4496" y="25307"/>
                    <a:pt x="3500" y="0"/>
                    <a:pt x="2248" y="0"/>
                  </a:cubicBezTo>
                  <a:close/>
                </a:path>
              </a:pathLst>
            </a:custGeom>
            <a:solidFill>
              <a:srgbClr val="2626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15"/>
            <p:cNvSpPr/>
            <p:nvPr/>
          </p:nvSpPr>
          <p:spPr>
            <a:xfrm>
              <a:off x="900925" y="1681925"/>
              <a:ext cx="196425" cy="2819275"/>
            </a:xfrm>
            <a:custGeom>
              <a:rect b="b" l="l" r="r" t="t"/>
              <a:pathLst>
                <a:path extrusionOk="0" h="112771" w="7857">
                  <a:moveTo>
                    <a:pt x="0" y="0"/>
                  </a:moveTo>
                  <a:cubicBezTo>
                    <a:pt x="0" y="0"/>
                    <a:pt x="1252" y="51634"/>
                    <a:pt x="1020" y="55018"/>
                  </a:cubicBezTo>
                  <a:cubicBezTo>
                    <a:pt x="788" y="58239"/>
                    <a:pt x="0" y="112770"/>
                    <a:pt x="0" y="112770"/>
                  </a:cubicBezTo>
                  <a:lnTo>
                    <a:pt x="3454" y="112770"/>
                  </a:lnTo>
                  <a:cubicBezTo>
                    <a:pt x="3454" y="112770"/>
                    <a:pt x="7857" y="53094"/>
                    <a:pt x="3454" y="0"/>
                  </a:cubicBezTo>
                  <a:close/>
                </a:path>
              </a:pathLst>
            </a:custGeom>
            <a:solidFill>
              <a:srgbClr val="AEAEA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15"/>
            <p:cNvSpPr/>
            <p:nvPr/>
          </p:nvSpPr>
          <p:spPr>
            <a:xfrm>
              <a:off x="2424100" y="2110075"/>
              <a:ext cx="62600" cy="1969325"/>
            </a:xfrm>
            <a:custGeom>
              <a:rect b="b" l="l" r="r" t="t"/>
              <a:pathLst>
                <a:path extrusionOk="0" h="78773" w="2504">
                  <a:moveTo>
                    <a:pt x="1" y="1"/>
                  </a:moveTo>
                  <a:lnTo>
                    <a:pt x="1554" y="464"/>
                  </a:lnTo>
                  <a:cubicBezTo>
                    <a:pt x="2087" y="12214"/>
                    <a:pt x="2458" y="24891"/>
                    <a:pt x="2481" y="38216"/>
                  </a:cubicBezTo>
                  <a:cubicBezTo>
                    <a:pt x="2504" y="52400"/>
                    <a:pt x="2226" y="65818"/>
                    <a:pt x="1693" y="78240"/>
                  </a:cubicBezTo>
                  <a:cubicBezTo>
                    <a:pt x="1137" y="78425"/>
                    <a:pt x="557" y="78564"/>
                    <a:pt x="1" y="78773"/>
                  </a:cubicBezTo>
                  <a:close/>
                </a:path>
              </a:pathLst>
            </a:custGeom>
            <a:solidFill>
              <a:srgbClr val="AEAEA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15"/>
            <p:cNvSpPr/>
            <p:nvPr/>
          </p:nvSpPr>
          <p:spPr>
            <a:xfrm>
              <a:off x="2402675" y="2110075"/>
              <a:ext cx="42325" cy="1969325"/>
            </a:xfrm>
            <a:custGeom>
              <a:rect b="b" l="l" r="r" t="t"/>
              <a:pathLst>
                <a:path extrusionOk="0" h="78773" w="1693">
                  <a:moveTo>
                    <a:pt x="858" y="1"/>
                  </a:moveTo>
                  <a:cubicBezTo>
                    <a:pt x="394" y="1"/>
                    <a:pt x="0" y="17637"/>
                    <a:pt x="0" y="39375"/>
                  </a:cubicBezTo>
                  <a:cubicBezTo>
                    <a:pt x="0" y="61137"/>
                    <a:pt x="394" y="78773"/>
                    <a:pt x="858" y="78773"/>
                  </a:cubicBezTo>
                  <a:cubicBezTo>
                    <a:pt x="1321" y="78773"/>
                    <a:pt x="1692" y="61137"/>
                    <a:pt x="1692" y="39375"/>
                  </a:cubicBezTo>
                  <a:cubicBezTo>
                    <a:pt x="1692" y="17637"/>
                    <a:pt x="1321" y="1"/>
                    <a:pt x="858" y="1"/>
                  </a:cubicBezTo>
                  <a:close/>
                </a:path>
              </a:pathLst>
            </a:custGeom>
            <a:solidFill>
              <a:srgbClr val="2626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15"/>
            <p:cNvSpPr/>
            <p:nvPr/>
          </p:nvSpPr>
          <p:spPr>
            <a:xfrm>
              <a:off x="3404425" y="2403825"/>
              <a:ext cx="61425" cy="1373725"/>
            </a:xfrm>
            <a:custGeom>
              <a:rect b="b" l="l" r="r" t="t"/>
              <a:pathLst>
                <a:path extrusionOk="0" h="54949" w="2457">
                  <a:moveTo>
                    <a:pt x="0" y="0"/>
                  </a:moveTo>
                  <a:lnTo>
                    <a:pt x="1484" y="371"/>
                  </a:lnTo>
                  <a:cubicBezTo>
                    <a:pt x="2017" y="8622"/>
                    <a:pt x="2387" y="17660"/>
                    <a:pt x="2411" y="27347"/>
                  </a:cubicBezTo>
                  <a:cubicBezTo>
                    <a:pt x="2457" y="37104"/>
                    <a:pt x="2132" y="46351"/>
                    <a:pt x="1669" y="54671"/>
                  </a:cubicBezTo>
                  <a:lnTo>
                    <a:pt x="487" y="54949"/>
                  </a:lnTo>
                  <a:cubicBezTo>
                    <a:pt x="812" y="46467"/>
                    <a:pt x="1020" y="37196"/>
                    <a:pt x="927" y="27556"/>
                  </a:cubicBezTo>
                  <a:cubicBezTo>
                    <a:pt x="835" y="17799"/>
                    <a:pt x="510" y="8575"/>
                    <a:pt x="0" y="0"/>
                  </a:cubicBezTo>
                  <a:close/>
                </a:path>
              </a:pathLst>
            </a:custGeom>
            <a:solidFill>
              <a:srgbClr val="AEAEA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15"/>
            <p:cNvSpPr/>
            <p:nvPr/>
          </p:nvSpPr>
          <p:spPr>
            <a:xfrm>
              <a:off x="3551000" y="2439175"/>
              <a:ext cx="88675" cy="1305925"/>
            </a:xfrm>
            <a:custGeom>
              <a:rect b="b" l="l" r="r" t="t"/>
              <a:pathLst>
                <a:path extrusionOk="0" h="52237" w="3547">
                  <a:moveTo>
                    <a:pt x="1" y="0"/>
                  </a:moveTo>
                  <a:lnTo>
                    <a:pt x="2295" y="371"/>
                  </a:lnTo>
                  <a:cubicBezTo>
                    <a:pt x="3037" y="8158"/>
                    <a:pt x="3477" y="16501"/>
                    <a:pt x="3500" y="25354"/>
                  </a:cubicBezTo>
                  <a:cubicBezTo>
                    <a:pt x="3547" y="34763"/>
                    <a:pt x="3083" y="43616"/>
                    <a:pt x="2295" y="51866"/>
                  </a:cubicBezTo>
                  <a:lnTo>
                    <a:pt x="1" y="52237"/>
                  </a:lnTo>
                  <a:close/>
                </a:path>
              </a:pathLst>
            </a:custGeom>
            <a:solidFill>
              <a:srgbClr val="AEAEA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15"/>
            <p:cNvSpPr/>
            <p:nvPr/>
          </p:nvSpPr>
          <p:spPr>
            <a:xfrm>
              <a:off x="4906175" y="2643675"/>
              <a:ext cx="90975" cy="895175"/>
            </a:xfrm>
            <a:custGeom>
              <a:rect b="b" l="l" r="r" t="t"/>
              <a:pathLst>
                <a:path extrusionOk="0" h="35807" w="3639">
                  <a:moveTo>
                    <a:pt x="0" y="1"/>
                  </a:moveTo>
                  <a:lnTo>
                    <a:pt x="2434" y="256"/>
                  </a:lnTo>
                  <a:cubicBezTo>
                    <a:pt x="3152" y="5586"/>
                    <a:pt x="3593" y="11310"/>
                    <a:pt x="3616" y="17359"/>
                  </a:cubicBezTo>
                  <a:cubicBezTo>
                    <a:pt x="3639" y="23802"/>
                    <a:pt x="3199" y="29874"/>
                    <a:pt x="2434" y="35528"/>
                  </a:cubicBezTo>
                  <a:lnTo>
                    <a:pt x="0" y="35806"/>
                  </a:lnTo>
                  <a:close/>
                </a:path>
              </a:pathLst>
            </a:custGeom>
            <a:solidFill>
              <a:srgbClr val="AEAEA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15"/>
            <p:cNvSpPr/>
            <p:nvPr/>
          </p:nvSpPr>
          <p:spPr>
            <a:xfrm>
              <a:off x="4752650" y="2635000"/>
              <a:ext cx="84600" cy="907325"/>
            </a:xfrm>
            <a:custGeom>
              <a:rect b="b" l="l" r="r" t="t"/>
              <a:pathLst>
                <a:path extrusionOk="0" h="36293" w="3384">
                  <a:moveTo>
                    <a:pt x="0" y="0"/>
                  </a:moveTo>
                  <a:lnTo>
                    <a:pt x="1854" y="209"/>
                  </a:lnTo>
                  <a:cubicBezTo>
                    <a:pt x="3291" y="12121"/>
                    <a:pt x="3384" y="24172"/>
                    <a:pt x="2086" y="36107"/>
                  </a:cubicBezTo>
                  <a:lnTo>
                    <a:pt x="649" y="36293"/>
                  </a:lnTo>
                  <a:cubicBezTo>
                    <a:pt x="1089" y="30661"/>
                    <a:pt x="1275" y="24635"/>
                    <a:pt x="1182" y="18239"/>
                  </a:cubicBezTo>
                  <a:cubicBezTo>
                    <a:pt x="1066" y="11773"/>
                    <a:pt x="626" y="5678"/>
                    <a:pt x="0" y="0"/>
                  </a:cubicBezTo>
                  <a:close/>
                </a:path>
              </a:pathLst>
            </a:custGeom>
            <a:solidFill>
              <a:srgbClr val="AEAEA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15"/>
            <p:cNvSpPr/>
            <p:nvPr/>
          </p:nvSpPr>
          <p:spPr>
            <a:xfrm>
              <a:off x="6108375" y="2776350"/>
              <a:ext cx="81725" cy="624600"/>
            </a:xfrm>
            <a:custGeom>
              <a:rect b="b" l="l" r="r" t="t"/>
              <a:pathLst>
                <a:path extrusionOk="0" h="24984" w="3269">
                  <a:moveTo>
                    <a:pt x="1" y="1"/>
                  </a:moveTo>
                  <a:lnTo>
                    <a:pt x="1785" y="186"/>
                  </a:lnTo>
                  <a:cubicBezTo>
                    <a:pt x="3153" y="8344"/>
                    <a:pt x="3269" y="16664"/>
                    <a:pt x="2064" y="24845"/>
                  </a:cubicBezTo>
                  <a:lnTo>
                    <a:pt x="627" y="24984"/>
                  </a:lnTo>
                  <a:cubicBezTo>
                    <a:pt x="1021" y="21137"/>
                    <a:pt x="1322" y="16919"/>
                    <a:pt x="1206" y="12539"/>
                  </a:cubicBezTo>
                  <a:cubicBezTo>
                    <a:pt x="1113" y="8112"/>
                    <a:pt x="580" y="3871"/>
                    <a:pt x="1" y="1"/>
                  </a:cubicBezTo>
                  <a:close/>
                </a:path>
              </a:pathLst>
            </a:custGeom>
            <a:solidFill>
              <a:srgbClr val="AEAEA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15"/>
            <p:cNvSpPr/>
            <p:nvPr/>
          </p:nvSpPr>
          <p:spPr>
            <a:xfrm>
              <a:off x="3530150" y="2439175"/>
              <a:ext cx="41725" cy="1305925"/>
            </a:xfrm>
            <a:custGeom>
              <a:rect b="b" l="l" r="r" t="t"/>
              <a:pathLst>
                <a:path extrusionOk="0" h="52237" w="1669">
                  <a:moveTo>
                    <a:pt x="835" y="0"/>
                  </a:moveTo>
                  <a:cubicBezTo>
                    <a:pt x="371" y="0"/>
                    <a:pt x="0" y="11704"/>
                    <a:pt x="0" y="26118"/>
                  </a:cubicBezTo>
                  <a:cubicBezTo>
                    <a:pt x="0" y="40557"/>
                    <a:pt x="371" y="52237"/>
                    <a:pt x="835" y="52237"/>
                  </a:cubicBezTo>
                  <a:cubicBezTo>
                    <a:pt x="1298" y="52237"/>
                    <a:pt x="1669" y="40557"/>
                    <a:pt x="1669" y="26118"/>
                  </a:cubicBezTo>
                  <a:cubicBezTo>
                    <a:pt x="1669" y="11704"/>
                    <a:pt x="1298" y="0"/>
                    <a:pt x="835" y="0"/>
                  </a:cubicBezTo>
                  <a:close/>
                </a:path>
              </a:pathLst>
            </a:custGeom>
            <a:solidFill>
              <a:srgbClr val="2626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15"/>
            <p:cNvSpPr/>
            <p:nvPr/>
          </p:nvSpPr>
          <p:spPr>
            <a:xfrm>
              <a:off x="4886475" y="2643675"/>
              <a:ext cx="39425" cy="895175"/>
            </a:xfrm>
            <a:custGeom>
              <a:rect b="b" l="l" r="r" t="t"/>
              <a:pathLst>
                <a:path extrusionOk="0" h="35807" w="1577">
                  <a:moveTo>
                    <a:pt x="788" y="1"/>
                  </a:moveTo>
                  <a:cubicBezTo>
                    <a:pt x="371" y="1"/>
                    <a:pt x="0" y="8019"/>
                    <a:pt x="0" y="17892"/>
                  </a:cubicBezTo>
                  <a:cubicBezTo>
                    <a:pt x="0" y="27788"/>
                    <a:pt x="371" y="35806"/>
                    <a:pt x="788" y="35806"/>
                  </a:cubicBezTo>
                  <a:cubicBezTo>
                    <a:pt x="1229" y="35806"/>
                    <a:pt x="1576" y="27788"/>
                    <a:pt x="1576" y="17892"/>
                  </a:cubicBezTo>
                  <a:cubicBezTo>
                    <a:pt x="1576" y="8019"/>
                    <a:pt x="1229" y="1"/>
                    <a:pt x="788" y="1"/>
                  </a:cubicBezTo>
                  <a:close/>
                </a:path>
              </a:pathLst>
            </a:custGeom>
            <a:solidFill>
              <a:srgbClr val="2626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15"/>
            <p:cNvSpPr/>
            <p:nvPr/>
          </p:nvSpPr>
          <p:spPr>
            <a:xfrm>
              <a:off x="6238175" y="2795475"/>
              <a:ext cx="46950" cy="599100"/>
            </a:xfrm>
            <a:custGeom>
              <a:rect b="b" l="l" r="r" t="t"/>
              <a:pathLst>
                <a:path extrusionOk="0" h="23964" w="1878">
                  <a:moveTo>
                    <a:pt x="0" y="1"/>
                  </a:moveTo>
                  <a:lnTo>
                    <a:pt x="1530" y="1"/>
                  </a:lnTo>
                  <a:cubicBezTo>
                    <a:pt x="1785" y="3500"/>
                    <a:pt x="1785" y="7533"/>
                    <a:pt x="1831" y="11519"/>
                  </a:cubicBezTo>
                  <a:cubicBezTo>
                    <a:pt x="1877" y="15853"/>
                    <a:pt x="1738" y="20186"/>
                    <a:pt x="1507" y="23941"/>
                  </a:cubicBezTo>
                  <a:cubicBezTo>
                    <a:pt x="950" y="23964"/>
                    <a:pt x="186" y="23964"/>
                    <a:pt x="0" y="23964"/>
                  </a:cubicBezTo>
                  <a:close/>
                </a:path>
              </a:pathLst>
            </a:custGeom>
            <a:solidFill>
              <a:srgbClr val="AEAEA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15"/>
            <p:cNvSpPr/>
            <p:nvPr/>
          </p:nvSpPr>
          <p:spPr>
            <a:xfrm>
              <a:off x="6223675" y="2795475"/>
              <a:ext cx="29000" cy="599100"/>
            </a:xfrm>
            <a:custGeom>
              <a:rect b="b" l="l" r="r" t="t"/>
              <a:pathLst>
                <a:path extrusionOk="0" h="23964" w="1160">
                  <a:moveTo>
                    <a:pt x="580" y="1"/>
                  </a:moveTo>
                  <a:cubicBezTo>
                    <a:pt x="279" y="1"/>
                    <a:pt x="1" y="5377"/>
                    <a:pt x="1" y="11982"/>
                  </a:cubicBezTo>
                  <a:cubicBezTo>
                    <a:pt x="1" y="18610"/>
                    <a:pt x="279" y="23964"/>
                    <a:pt x="580" y="23964"/>
                  </a:cubicBezTo>
                  <a:cubicBezTo>
                    <a:pt x="905" y="23964"/>
                    <a:pt x="1160" y="18610"/>
                    <a:pt x="1160" y="11982"/>
                  </a:cubicBezTo>
                  <a:cubicBezTo>
                    <a:pt x="1160" y="5377"/>
                    <a:pt x="905" y="1"/>
                    <a:pt x="580" y="1"/>
                  </a:cubicBezTo>
                  <a:close/>
                </a:path>
              </a:pathLst>
            </a:custGeom>
            <a:solidFill>
              <a:srgbClr val="2626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15"/>
            <p:cNvSpPr/>
            <p:nvPr/>
          </p:nvSpPr>
          <p:spPr>
            <a:xfrm>
              <a:off x="7336675" y="2795475"/>
              <a:ext cx="29000" cy="588100"/>
            </a:xfrm>
            <a:custGeom>
              <a:rect b="b" l="l" r="r" t="t"/>
              <a:pathLst>
                <a:path extrusionOk="0" h="23524" w="1160">
                  <a:moveTo>
                    <a:pt x="580" y="1"/>
                  </a:moveTo>
                  <a:cubicBezTo>
                    <a:pt x="255" y="1"/>
                    <a:pt x="0" y="5262"/>
                    <a:pt x="0" y="11751"/>
                  </a:cubicBezTo>
                  <a:cubicBezTo>
                    <a:pt x="0" y="18240"/>
                    <a:pt x="255" y="23524"/>
                    <a:pt x="580" y="23524"/>
                  </a:cubicBezTo>
                  <a:cubicBezTo>
                    <a:pt x="904" y="23524"/>
                    <a:pt x="1159" y="18240"/>
                    <a:pt x="1159" y="11751"/>
                  </a:cubicBezTo>
                  <a:cubicBezTo>
                    <a:pt x="1159" y="5262"/>
                    <a:pt x="904" y="1"/>
                    <a:pt x="580" y="1"/>
                  </a:cubicBezTo>
                  <a:close/>
                </a:path>
              </a:pathLst>
            </a:custGeom>
            <a:solidFill>
              <a:srgbClr val="2626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15"/>
            <p:cNvSpPr/>
            <p:nvPr/>
          </p:nvSpPr>
          <p:spPr>
            <a:xfrm>
              <a:off x="7334350" y="2795475"/>
              <a:ext cx="16825" cy="588675"/>
            </a:xfrm>
            <a:custGeom>
              <a:rect b="b" l="l" r="r" t="t"/>
              <a:pathLst>
                <a:path extrusionOk="0" h="23547" w="673">
                  <a:moveTo>
                    <a:pt x="673" y="1"/>
                  </a:moveTo>
                  <a:lnTo>
                    <a:pt x="117" y="1"/>
                  </a:lnTo>
                  <a:cubicBezTo>
                    <a:pt x="1" y="3454"/>
                    <a:pt x="1" y="7394"/>
                    <a:pt x="1" y="11310"/>
                  </a:cubicBezTo>
                  <a:cubicBezTo>
                    <a:pt x="1" y="15574"/>
                    <a:pt x="24" y="19839"/>
                    <a:pt x="117" y="23524"/>
                  </a:cubicBezTo>
                  <a:cubicBezTo>
                    <a:pt x="325" y="23547"/>
                    <a:pt x="626" y="23524"/>
                    <a:pt x="673" y="23524"/>
                  </a:cubicBezTo>
                  <a:close/>
                </a:path>
              </a:pathLst>
            </a:custGeom>
            <a:solidFill>
              <a:srgbClr val="AEAEA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15"/>
            <p:cNvSpPr/>
            <p:nvPr/>
          </p:nvSpPr>
          <p:spPr>
            <a:xfrm>
              <a:off x="3705700" y="2968125"/>
              <a:ext cx="969900" cy="245700"/>
            </a:xfrm>
            <a:custGeom>
              <a:rect b="b" l="l" r="r" t="t"/>
              <a:pathLst>
                <a:path extrusionOk="0" h="9828" w="38796">
                  <a:moveTo>
                    <a:pt x="1785" y="604"/>
                  </a:moveTo>
                  <a:lnTo>
                    <a:pt x="2642" y="2481"/>
                  </a:lnTo>
                  <a:lnTo>
                    <a:pt x="951" y="2481"/>
                  </a:lnTo>
                  <a:lnTo>
                    <a:pt x="1785" y="604"/>
                  </a:lnTo>
                  <a:close/>
                  <a:moveTo>
                    <a:pt x="5423" y="1368"/>
                  </a:moveTo>
                  <a:cubicBezTo>
                    <a:pt x="5980" y="1368"/>
                    <a:pt x="6420" y="1785"/>
                    <a:pt x="6420" y="2411"/>
                  </a:cubicBezTo>
                  <a:cubicBezTo>
                    <a:pt x="6420" y="3014"/>
                    <a:pt x="5980" y="3431"/>
                    <a:pt x="5423" y="3431"/>
                  </a:cubicBezTo>
                  <a:cubicBezTo>
                    <a:pt x="4867" y="3431"/>
                    <a:pt x="4450" y="3014"/>
                    <a:pt x="4450" y="2411"/>
                  </a:cubicBezTo>
                  <a:cubicBezTo>
                    <a:pt x="4450" y="1785"/>
                    <a:pt x="4867" y="1368"/>
                    <a:pt x="5423" y="1368"/>
                  </a:cubicBezTo>
                  <a:close/>
                  <a:moveTo>
                    <a:pt x="10522" y="1368"/>
                  </a:moveTo>
                  <a:cubicBezTo>
                    <a:pt x="11078" y="1368"/>
                    <a:pt x="11495" y="1785"/>
                    <a:pt x="11495" y="2411"/>
                  </a:cubicBezTo>
                  <a:cubicBezTo>
                    <a:pt x="11495" y="3014"/>
                    <a:pt x="11078" y="3431"/>
                    <a:pt x="10522" y="3431"/>
                  </a:cubicBezTo>
                  <a:cubicBezTo>
                    <a:pt x="9966" y="3431"/>
                    <a:pt x="9549" y="3014"/>
                    <a:pt x="9549" y="2411"/>
                  </a:cubicBezTo>
                  <a:cubicBezTo>
                    <a:pt x="9549" y="1785"/>
                    <a:pt x="9966" y="1368"/>
                    <a:pt x="10522" y="1368"/>
                  </a:cubicBezTo>
                  <a:close/>
                  <a:moveTo>
                    <a:pt x="19213" y="1368"/>
                  </a:moveTo>
                  <a:cubicBezTo>
                    <a:pt x="19769" y="1368"/>
                    <a:pt x="20209" y="1785"/>
                    <a:pt x="20209" y="2411"/>
                  </a:cubicBezTo>
                  <a:cubicBezTo>
                    <a:pt x="20209" y="3014"/>
                    <a:pt x="19769" y="3431"/>
                    <a:pt x="19213" y="3431"/>
                  </a:cubicBezTo>
                  <a:cubicBezTo>
                    <a:pt x="18656" y="3431"/>
                    <a:pt x="18239" y="3014"/>
                    <a:pt x="18239" y="2411"/>
                  </a:cubicBezTo>
                  <a:cubicBezTo>
                    <a:pt x="18239" y="1785"/>
                    <a:pt x="18656" y="1368"/>
                    <a:pt x="19213" y="1368"/>
                  </a:cubicBezTo>
                  <a:close/>
                  <a:moveTo>
                    <a:pt x="22619" y="1368"/>
                  </a:moveTo>
                  <a:cubicBezTo>
                    <a:pt x="23176" y="1368"/>
                    <a:pt x="23593" y="1785"/>
                    <a:pt x="23593" y="2411"/>
                  </a:cubicBezTo>
                  <a:cubicBezTo>
                    <a:pt x="23593" y="3014"/>
                    <a:pt x="23176" y="3431"/>
                    <a:pt x="22619" y="3431"/>
                  </a:cubicBezTo>
                  <a:cubicBezTo>
                    <a:pt x="22063" y="3431"/>
                    <a:pt x="21646" y="3014"/>
                    <a:pt x="21646" y="2411"/>
                  </a:cubicBezTo>
                  <a:cubicBezTo>
                    <a:pt x="21646" y="1785"/>
                    <a:pt x="22063" y="1368"/>
                    <a:pt x="22619" y="1368"/>
                  </a:cubicBezTo>
                  <a:close/>
                  <a:moveTo>
                    <a:pt x="29804" y="1368"/>
                  </a:moveTo>
                  <a:cubicBezTo>
                    <a:pt x="30360" y="1368"/>
                    <a:pt x="30777" y="1785"/>
                    <a:pt x="30777" y="2411"/>
                  </a:cubicBezTo>
                  <a:cubicBezTo>
                    <a:pt x="30777" y="3014"/>
                    <a:pt x="30360" y="3431"/>
                    <a:pt x="29804" y="3431"/>
                  </a:cubicBezTo>
                  <a:cubicBezTo>
                    <a:pt x="29248" y="3431"/>
                    <a:pt x="28807" y="3014"/>
                    <a:pt x="28807" y="2411"/>
                  </a:cubicBezTo>
                  <a:cubicBezTo>
                    <a:pt x="28807" y="1785"/>
                    <a:pt x="29248" y="1368"/>
                    <a:pt x="29804" y="1368"/>
                  </a:cubicBezTo>
                  <a:close/>
                  <a:moveTo>
                    <a:pt x="16802" y="2504"/>
                  </a:moveTo>
                  <a:lnTo>
                    <a:pt x="16802" y="2921"/>
                  </a:lnTo>
                  <a:cubicBezTo>
                    <a:pt x="16663" y="3269"/>
                    <a:pt x="16362" y="3477"/>
                    <a:pt x="15968" y="3477"/>
                  </a:cubicBezTo>
                  <a:cubicBezTo>
                    <a:pt x="15551" y="3477"/>
                    <a:pt x="15296" y="3269"/>
                    <a:pt x="15296" y="2967"/>
                  </a:cubicBezTo>
                  <a:cubicBezTo>
                    <a:pt x="15296" y="2689"/>
                    <a:pt x="15458" y="2504"/>
                    <a:pt x="15968" y="2504"/>
                  </a:cubicBezTo>
                  <a:close/>
                  <a:moveTo>
                    <a:pt x="33489" y="2504"/>
                  </a:moveTo>
                  <a:lnTo>
                    <a:pt x="33489" y="2921"/>
                  </a:lnTo>
                  <a:cubicBezTo>
                    <a:pt x="33350" y="3269"/>
                    <a:pt x="33048" y="3477"/>
                    <a:pt x="32654" y="3477"/>
                  </a:cubicBezTo>
                  <a:cubicBezTo>
                    <a:pt x="32237" y="3477"/>
                    <a:pt x="31982" y="3269"/>
                    <a:pt x="31982" y="2967"/>
                  </a:cubicBezTo>
                  <a:cubicBezTo>
                    <a:pt x="31982" y="2689"/>
                    <a:pt x="32144" y="2504"/>
                    <a:pt x="32654" y="2504"/>
                  </a:cubicBezTo>
                  <a:close/>
                  <a:moveTo>
                    <a:pt x="38425" y="2504"/>
                  </a:moveTo>
                  <a:lnTo>
                    <a:pt x="38425" y="2921"/>
                  </a:lnTo>
                  <a:cubicBezTo>
                    <a:pt x="38286" y="3269"/>
                    <a:pt x="37985" y="3477"/>
                    <a:pt x="37591" y="3477"/>
                  </a:cubicBezTo>
                  <a:cubicBezTo>
                    <a:pt x="37173" y="3477"/>
                    <a:pt x="36919" y="3269"/>
                    <a:pt x="36919" y="2967"/>
                  </a:cubicBezTo>
                  <a:cubicBezTo>
                    <a:pt x="36919" y="2689"/>
                    <a:pt x="37081" y="2504"/>
                    <a:pt x="37591" y="2504"/>
                  </a:cubicBezTo>
                  <a:close/>
                  <a:moveTo>
                    <a:pt x="1600" y="210"/>
                  </a:moveTo>
                  <a:lnTo>
                    <a:pt x="0" y="3732"/>
                  </a:lnTo>
                  <a:lnTo>
                    <a:pt x="394" y="3732"/>
                  </a:lnTo>
                  <a:lnTo>
                    <a:pt x="812" y="2782"/>
                  </a:lnTo>
                  <a:lnTo>
                    <a:pt x="2758" y="2782"/>
                  </a:lnTo>
                  <a:lnTo>
                    <a:pt x="3199" y="3732"/>
                  </a:lnTo>
                  <a:lnTo>
                    <a:pt x="3593" y="3732"/>
                  </a:lnTo>
                  <a:lnTo>
                    <a:pt x="1970" y="210"/>
                  </a:lnTo>
                  <a:close/>
                  <a:moveTo>
                    <a:pt x="8830" y="1067"/>
                  </a:moveTo>
                  <a:cubicBezTo>
                    <a:pt x="8344" y="1067"/>
                    <a:pt x="7996" y="1252"/>
                    <a:pt x="7834" y="1600"/>
                  </a:cubicBezTo>
                  <a:lnTo>
                    <a:pt x="7834" y="1090"/>
                  </a:lnTo>
                  <a:lnTo>
                    <a:pt x="7486" y="1090"/>
                  </a:lnTo>
                  <a:lnTo>
                    <a:pt x="7486" y="3732"/>
                  </a:lnTo>
                  <a:lnTo>
                    <a:pt x="7857" y="3732"/>
                  </a:lnTo>
                  <a:lnTo>
                    <a:pt x="7857" y="2388"/>
                  </a:lnTo>
                  <a:cubicBezTo>
                    <a:pt x="7857" y="1762"/>
                    <a:pt x="8181" y="1415"/>
                    <a:pt x="8738" y="1415"/>
                  </a:cubicBezTo>
                  <a:lnTo>
                    <a:pt x="8830" y="1415"/>
                  </a:lnTo>
                  <a:lnTo>
                    <a:pt x="8830" y="1067"/>
                  </a:lnTo>
                  <a:close/>
                  <a:moveTo>
                    <a:pt x="12028" y="1090"/>
                  </a:moveTo>
                  <a:lnTo>
                    <a:pt x="13210" y="3732"/>
                  </a:lnTo>
                  <a:lnTo>
                    <a:pt x="13558" y="3732"/>
                  </a:lnTo>
                  <a:lnTo>
                    <a:pt x="14740" y="1090"/>
                  </a:lnTo>
                  <a:lnTo>
                    <a:pt x="14392" y="1090"/>
                  </a:lnTo>
                  <a:lnTo>
                    <a:pt x="13396" y="3338"/>
                  </a:lnTo>
                  <a:lnTo>
                    <a:pt x="12399" y="1090"/>
                  </a:lnTo>
                  <a:close/>
                  <a:moveTo>
                    <a:pt x="36154" y="1067"/>
                  </a:moveTo>
                  <a:cubicBezTo>
                    <a:pt x="35667" y="1067"/>
                    <a:pt x="35319" y="1252"/>
                    <a:pt x="35157" y="1600"/>
                  </a:cubicBezTo>
                  <a:lnTo>
                    <a:pt x="35157" y="1090"/>
                  </a:lnTo>
                  <a:lnTo>
                    <a:pt x="34810" y="1090"/>
                  </a:lnTo>
                  <a:lnTo>
                    <a:pt x="34810" y="3732"/>
                  </a:lnTo>
                  <a:lnTo>
                    <a:pt x="35180" y="3732"/>
                  </a:lnTo>
                  <a:lnTo>
                    <a:pt x="35180" y="2388"/>
                  </a:lnTo>
                  <a:cubicBezTo>
                    <a:pt x="35180" y="1762"/>
                    <a:pt x="35505" y="1415"/>
                    <a:pt x="36061" y="1415"/>
                  </a:cubicBezTo>
                  <a:lnTo>
                    <a:pt x="36154" y="1415"/>
                  </a:lnTo>
                  <a:lnTo>
                    <a:pt x="36154" y="1067"/>
                  </a:lnTo>
                  <a:close/>
                  <a:moveTo>
                    <a:pt x="10522" y="1067"/>
                  </a:moveTo>
                  <a:cubicBezTo>
                    <a:pt x="9757" y="1067"/>
                    <a:pt x="9178" y="1623"/>
                    <a:pt x="9178" y="2411"/>
                  </a:cubicBezTo>
                  <a:cubicBezTo>
                    <a:pt x="9178" y="3176"/>
                    <a:pt x="9757" y="3755"/>
                    <a:pt x="10522" y="3755"/>
                  </a:cubicBezTo>
                  <a:cubicBezTo>
                    <a:pt x="11310" y="3755"/>
                    <a:pt x="11866" y="3176"/>
                    <a:pt x="11866" y="2411"/>
                  </a:cubicBezTo>
                  <a:cubicBezTo>
                    <a:pt x="11866" y="1623"/>
                    <a:pt x="11310" y="1067"/>
                    <a:pt x="10522" y="1067"/>
                  </a:cubicBezTo>
                  <a:close/>
                  <a:moveTo>
                    <a:pt x="16084" y="1067"/>
                  </a:moveTo>
                  <a:cubicBezTo>
                    <a:pt x="15667" y="1067"/>
                    <a:pt x="15273" y="1183"/>
                    <a:pt x="15018" y="1415"/>
                  </a:cubicBezTo>
                  <a:lnTo>
                    <a:pt x="15180" y="1693"/>
                  </a:lnTo>
                  <a:cubicBezTo>
                    <a:pt x="15389" y="1484"/>
                    <a:pt x="15713" y="1368"/>
                    <a:pt x="16061" y="1368"/>
                  </a:cubicBezTo>
                  <a:cubicBezTo>
                    <a:pt x="16548" y="1368"/>
                    <a:pt x="16802" y="1623"/>
                    <a:pt x="16802" y="2064"/>
                  </a:cubicBezTo>
                  <a:lnTo>
                    <a:pt x="16802" y="2226"/>
                  </a:lnTo>
                  <a:lnTo>
                    <a:pt x="15968" y="2226"/>
                  </a:lnTo>
                  <a:cubicBezTo>
                    <a:pt x="15203" y="2226"/>
                    <a:pt x="14948" y="2573"/>
                    <a:pt x="14948" y="2991"/>
                  </a:cubicBezTo>
                  <a:cubicBezTo>
                    <a:pt x="14948" y="3431"/>
                    <a:pt x="15319" y="3755"/>
                    <a:pt x="15899" y="3755"/>
                  </a:cubicBezTo>
                  <a:cubicBezTo>
                    <a:pt x="16339" y="3755"/>
                    <a:pt x="16663" y="3593"/>
                    <a:pt x="16826" y="3315"/>
                  </a:cubicBezTo>
                  <a:lnTo>
                    <a:pt x="16826" y="3732"/>
                  </a:lnTo>
                  <a:lnTo>
                    <a:pt x="17150" y="3732"/>
                  </a:lnTo>
                  <a:lnTo>
                    <a:pt x="17150" y="2087"/>
                  </a:lnTo>
                  <a:cubicBezTo>
                    <a:pt x="17150" y="1415"/>
                    <a:pt x="16779" y="1067"/>
                    <a:pt x="16084" y="1067"/>
                  </a:cubicBezTo>
                  <a:close/>
                  <a:moveTo>
                    <a:pt x="20186" y="1"/>
                  </a:moveTo>
                  <a:lnTo>
                    <a:pt x="20186" y="1577"/>
                  </a:lnTo>
                  <a:cubicBezTo>
                    <a:pt x="19977" y="1252"/>
                    <a:pt x="19607" y="1067"/>
                    <a:pt x="19190" y="1067"/>
                  </a:cubicBezTo>
                  <a:cubicBezTo>
                    <a:pt x="18425" y="1067"/>
                    <a:pt x="17869" y="1600"/>
                    <a:pt x="17869" y="2411"/>
                  </a:cubicBezTo>
                  <a:cubicBezTo>
                    <a:pt x="17869" y="3199"/>
                    <a:pt x="18425" y="3755"/>
                    <a:pt x="19190" y="3755"/>
                  </a:cubicBezTo>
                  <a:cubicBezTo>
                    <a:pt x="19630" y="3755"/>
                    <a:pt x="20001" y="3570"/>
                    <a:pt x="20209" y="3199"/>
                  </a:cubicBezTo>
                  <a:lnTo>
                    <a:pt x="20209" y="3732"/>
                  </a:lnTo>
                  <a:lnTo>
                    <a:pt x="20557" y="3732"/>
                  </a:lnTo>
                  <a:lnTo>
                    <a:pt x="20557" y="1"/>
                  </a:lnTo>
                  <a:close/>
                  <a:moveTo>
                    <a:pt x="22619" y="1067"/>
                  </a:moveTo>
                  <a:cubicBezTo>
                    <a:pt x="21855" y="1067"/>
                    <a:pt x="21275" y="1623"/>
                    <a:pt x="21275" y="2411"/>
                  </a:cubicBezTo>
                  <a:cubicBezTo>
                    <a:pt x="21275" y="3176"/>
                    <a:pt x="21855" y="3755"/>
                    <a:pt x="22619" y="3755"/>
                  </a:cubicBezTo>
                  <a:cubicBezTo>
                    <a:pt x="23407" y="3755"/>
                    <a:pt x="23964" y="3176"/>
                    <a:pt x="23964" y="2411"/>
                  </a:cubicBezTo>
                  <a:cubicBezTo>
                    <a:pt x="23964" y="1623"/>
                    <a:pt x="23407" y="1067"/>
                    <a:pt x="22619" y="1067"/>
                  </a:cubicBezTo>
                  <a:close/>
                  <a:moveTo>
                    <a:pt x="25470" y="1067"/>
                  </a:moveTo>
                  <a:cubicBezTo>
                    <a:pt x="24798" y="1067"/>
                    <a:pt x="24427" y="1391"/>
                    <a:pt x="24427" y="1809"/>
                  </a:cubicBezTo>
                  <a:cubicBezTo>
                    <a:pt x="24427" y="2851"/>
                    <a:pt x="26142" y="2318"/>
                    <a:pt x="26142" y="3014"/>
                  </a:cubicBezTo>
                  <a:cubicBezTo>
                    <a:pt x="26142" y="3269"/>
                    <a:pt x="25934" y="3431"/>
                    <a:pt x="25424" y="3431"/>
                  </a:cubicBezTo>
                  <a:cubicBezTo>
                    <a:pt x="25053" y="3431"/>
                    <a:pt x="24705" y="3315"/>
                    <a:pt x="24497" y="3153"/>
                  </a:cubicBezTo>
                  <a:lnTo>
                    <a:pt x="24334" y="3431"/>
                  </a:lnTo>
                  <a:cubicBezTo>
                    <a:pt x="24543" y="3616"/>
                    <a:pt x="24960" y="3755"/>
                    <a:pt x="25400" y="3755"/>
                  </a:cubicBezTo>
                  <a:cubicBezTo>
                    <a:pt x="26096" y="3755"/>
                    <a:pt x="26490" y="3454"/>
                    <a:pt x="26490" y="2991"/>
                  </a:cubicBezTo>
                  <a:cubicBezTo>
                    <a:pt x="26490" y="1971"/>
                    <a:pt x="24775" y="2527"/>
                    <a:pt x="24775" y="1809"/>
                  </a:cubicBezTo>
                  <a:cubicBezTo>
                    <a:pt x="24775" y="1554"/>
                    <a:pt x="24983" y="1368"/>
                    <a:pt x="25470" y="1368"/>
                  </a:cubicBezTo>
                  <a:cubicBezTo>
                    <a:pt x="25748" y="1368"/>
                    <a:pt x="26003" y="1438"/>
                    <a:pt x="26235" y="1600"/>
                  </a:cubicBezTo>
                  <a:lnTo>
                    <a:pt x="26397" y="1299"/>
                  </a:lnTo>
                  <a:cubicBezTo>
                    <a:pt x="26188" y="1160"/>
                    <a:pt x="25818" y="1067"/>
                    <a:pt x="25470" y="1067"/>
                  </a:cubicBezTo>
                  <a:close/>
                  <a:moveTo>
                    <a:pt x="32770" y="1067"/>
                  </a:moveTo>
                  <a:cubicBezTo>
                    <a:pt x="32353" y="1067"/>
                    <a:pt x="31982" y="1183"/>
                    <a:pt x="31704" y="1415"/>
                  </a:cubicBezTo>
                  <a:lnTo>
                    <a:pt x="31866" y="1693"/>
                  </a:lnTo>
                  <a:cubicBezTo>
                    <a:pt x="32075" y="1484"/>
                    <a:pt x="32399" y="1368"/>
                    <a:pt x="32747" y="1368"/>
                  </a:cubicBezTo>
                  <a:cubicBezTo>
                    <a:pt x="33234" y="1368"/>
                    <a:pt x="33489" y="1623"/>
                    <a:pt x="33489" y="2064"/>
                  </a:cubicBezTo>
                  <a:lnTo>
                    <a:pt x="33489" y="2226"/>
                  </a:lnTo>
                  <a:lnTo>
                    <a:pt x="32654" y="2226"/>
                  </a:lnTo>
                  <a:cubicBezTo>
                    <a:pt x="31890" y="2226"/>
                    <a:pt x="31635" y="2573"/>
                    <a:pt x="31635" y="2991"/>
                  </a:cubicBezTo>
                  <a:cubicBezTo>
                    <a:pt x="31635" y="3431"/>
                    <a:pt x="32005" y="3755"/>
                    <a:pt x="32608" y="3755"/>
                  </a:cubicBezTo>
                  <a:cubicBezTo>
                    <a:pt x="33025" y="3755"/>
                    <a:pt x="33350" y="3593"/>
                    <a:pt x="33512" y="3315"/>
                  </a:cubicBezTo>
                  <a:lnTo>
                    <a:pt x="33512" y="3732"/>
                  </a:lnTo>
                  <a:lnTo>
                    <a:pt x="33859" y="3732"/>
                  </a:lnTo>
                  <a:lnTo>
                    <a:pt x="33859" y="2087"/>
                  </a:lnTo>
                  <a:cubicBezTo>
                    <a:pt x="33859" y="1415"/>
                    <a:pt x="33465" y="1067"/>
                    <a:pt x="32770" y="1067"/>
                  </a:cubicBezTo>
                  <a:close/>
                  <a:moveTo>
                    <a:pt x="37706" y="1067"/>
                  </a:moveTo>
                  <a:cubicBezTo>
                    <a:pt x="37289" y="1067"/>
                    <a:pt x="36895" y="1183"/>
                    <a:pt x="36640" y="1415"/>
                  </a:cubicBezTo>
                  <a:lnTo>
                    <a:pt x="36803" y="1693"/>
                  </a:lnTo>
                  <a:cubicBezTo>
                    <a:pt x="37011" y="1484"/>
                    <a:pt x="37336" y="1368"/>
                    <a:pt x="37683" y="1368"/>
                  </a:cubicBezTo>
                  <a:cubicBezTo>
                    <a:pt x="38170" y="1368"/>
                    <a:pt x="38425" y="1623"/>
                    <a:pt x="38425" y="2064"/>
                  </a:cubicBezTo>
                  <a:lnTo>
                    <a:pt x="38425" y="2226"/>
                  </a:lnTo>
                  <a:lnTo>
                    <a:pt x="37591" y="2226"/>
                  </a:lnTo>
                  <a:cubicBezTo>
                    <a:pt x="36826" y="2226"/>
                    <a:pt x="36571" y="2573"/>
                    <a:pt x="36571" y="2991"/>
                  </a:cubicBezTo>
                  <a:cubicBezTo>
                    <a:pt x="36571" y="3431"/>
                    <a:pt x="36942" y="3755"/>
                    <a:pt x="37544" y="3755"/>
                  </a:cubicBezTo>
                  <a:cubicBezTo>
                    <a:pt x="37961" y="3755"/>
                    <a:pt x="38286" y="3593"/>
                    <a:pt x="38448" y="3315"/>
                  </a:cubicBezTo>
                  <a:lnTo>
                    <a:pt x="38448" y="3732"/>
                  </a:lnTo>
                  <a:lnTo>
                    <a:pt x="38796" y="3732"/>
                  </a:lnTo>
                  <a:lnTo>
                    <a:pt x="38796" y="2087"/>
                  </a:lnTo>
                  <a:cubicBezTo>
                    <a:pt x="38796" y="1415"/>
                    <a:pt x="38402" y="1067"/>
                    <a:pt x="37706" y="1067"/>
                  </a:cubicBezTo>
                  <a:close/>
                  <a:moveTo>
                    <a:pt x="5447" y="1067"/>
                  </a:moveTo>
                  <a:cubicBezTo>
                    <a:pt x="5006" y="1067"/>
                    <a:pt x="4636" y="1252"/>
                    <a:pt x="4427" y="1600"/>
                  </a:cubicBezTo>
                  <a:lnTo>
                    <a:pt x="4427" y="1090"/>
                  </a:lnTo>
                  <a:lnTo>
                    <a:pt x="4079" y="1090"/>
                  </a:lnTo>
                  <a:lnTo>
                    <a:pt x="4079" y="4706"/>
                  </a:lnTo>
                  <a:lnTo>
                    <a:pt x="4450" y="4706"/>
                  </a:lnTo>
                  <a:lnTo>
                    <a:pt x="4450" y="3222"/>
                  </a:lnTo>
                  <a:cubicBezTo>
                    <a:pt x="4659" y="3570"/>
                    <a:pt x="5029" y="3755"/>
                    <a:pt x="5447" y="3755"/>
                  </a:cubicBezTo>
                  <a:cubicBezTo>
                    <a:pt x="6211" y="3755"/>
                    <a:pt x="6768" y="3199"/>
                    <a:pt x="6768" y="2411"/>
                  </a:cubicBezTo>
                  <a:cubicBezTo>
                    <a:pt x="6768" y="1600"/>
                    <a:pt x="6211" y="1067"/>
                    <a:pt x="5447" y="1067"/>
                  </a:cubicBezTo>
                  <a:close/>
                  <a:moveTo>
                    <a:pt x="29827" y="1067"/>
                  </a:moveTo>
                  <a:cubicBezTo>
                    <a:pt x="29387" y="1067"/>
                    <a:pt x="29016" y="1252"/>
                    <a:pt x="28807" y="1600"/>
                  </a:cubicBezTo>
                  <a:lnTo>
                    <a:pt x="28807" y="1090"/>
                  </a:lnTo>
                  <a:lnTo>
                    <a:pt x="28460" y="1090"/>
                  </a:lnTo>
                  <a:lnTo>
                    <a:pt x="28460" y="4706"/>
                  </a:lnTo>
                  <a:lnTo>
                    <a:pt x="28830" y="4706"/>
                  </a:lnTo>
                  <a:lnTo>
                    <a:pt x="28830" y="3222"/>
                  </a:lnTo>
                  <a:cubicBezTo>
                    <a:pt x="29039" y="3570"/>
                    <a:pt x="29410" y="3755"/>
                    <a:pt x="29827" y="3755"/>
                  </a:cubicBezTo>
                  <a:cubicBezTo>
                    <a:pt x="30592" y="3755"/>
                    <a:pt x="31148" y="3199"/>
                    <a:pt x="31148" y="2411"/>
                  </a:cubicBezTo>
                  <a:cubicBezTo>
                    <a:pt x="31148" y="1600"/>
                    <a:pt x="30592" y="1067"/>
                    <a:pt x="29827" y="1067"/>
                  </a:cubicBezTo>
                  <a:close/>
                  <a:moveTo>
                    <a:pt x="12283" y="6073"/>
                  </a:moveTo>
                  <a:cubicBezTo>
                    <a:pt x="12144" y="6073"/>
                    <a:pt x="12028" y="6189"/>
                    <a:pt x="12028" y="6328"/>
                  </a:cubicBezTo>
                  <a:cubicBezTo>
                    <a:pt x="12028" y="6467"/>
                    <a:pt x="12144" y="6583"/>
                    <a:pt x="12283" y="6583"/>
                  </a:cubicBezTo>
                  <a:cubicBezTo>
                    <a:pt x="12446" y="6583"/>
                    <a:pt x="12538" y="6467"/>
                    <a:pt x="12538" y="6328"/>
                  </a:cubicBezTo>
                  <a:cubicBezTo>
                    <a:pt x="12538" y="6189"/>
                    <a:pt x="12422" y="6073"/>
                    <a:pt x="12283" y="6073"/>
                  </a:cubicBezTo>
                  <a:close/>
                  <a:moveTo>
                    <a:pt x="25331" y="6073"/>
                  </a:moveTo>
                  <a:cubicBezTo>
                    <a:pt x="25169" y="6073"/>
                    <a:pt x="25053" y="6189"/>
                    <a:pt x="25053" y="6328"/>
                  </a:cubicBezTo>
                  <a:cubicBezTo>
                    <a:pt x="25053" y="6467"/>
                    <a:pt x="25169" y="6583"/>
                    <a:pt x="25331" y="6583"/>
                  </a:cubicBezTo>
                  <a:cubicBezTo>
                    <a:pt x="25470" y="6583"/>
                    <a:pt x="25586" y="6467"/>
                    <a:pt x="25586" y="6328"/>
                  </a:cubicBezTo>
                  <a:cubicBezTo>
                    <a:pt x="25586" y="6189"/>
                    <a:pt x="25470" y="6073"/>
                    <a:pt x="25331" y="6073"/>
                  </a:cubicBezTo>
                  <a:close/>
                  <a:moveTo>
                    <a:pt x="17614" y="6142"/>
                  </a:moveTo>
                  <a:lnTo>
                    <a:pt x="16965" y="6768"/>
                  </a:lnTo>
                  <a:lnTo>
                    <a:pt x="17289" y="6768"/>
                  </a:lnTo>
                  <a:lnTo>
                    <a:pt x="17799" y="6351"/>
                  </a:lnTo>
                  <a:lnTo>
                    <a:pt x="18286" y="6768"/>
                  </a:lnTo>
                  <a:lnTo>
                    <a:pt x="18610" y="6768"/>
                  </a:lnTo>
                  <a:lnTo>
                    <a:pt x="17961" y="6142"/>
                  </a:lnTo>
                  <a:close/>
                  <a:moveTo>
                    <a:pt x="9433" y="6606"/>
                  </a:moveTo>
                  <a:cubicBezTo>
                    <a:pt x="10383" y="6606"/>
                    <a:pt x="10986" y="7208"/>
                    <a:pt x="10986" y="8043"/>
                  </a:cubicBezTo>
                  <a:cubicBezTo>
                    <a:pt x="10986" y="8900"/>
                    <a:pt x="10383" y="9480"/>
                    <a:pt x="9433" y="9480"/>
                  </a:cubicBezTo>
                  <a:lnTo>
                    <a:pt x="8390" y="9480"/>
                  </a:lnTo>
                  <a:lnTo>
                    <a:pt x="8390" y="6606"/>
                  </a:lnTo>
                  <a:close/>
                  <a:moveTo>
                    <a:pt x="18494" y="8576"/>
                  </a:moveTo>
                  <a:lnTo>
                    <a:pt x="18494" y="9016"/>
                  </a:lnTo>
                  <a:cubicBezTo>
                    <a:pt x="18355" y="9364"/>
                    <a:pt x="18054" y="9549"/>
                    <a:pt x="17660" y="9549"/>
                  </a:cubicBezTo>
                  <a:cubicBezTo>
                    <a:pt x="17220" y="9549"/>
                    <a:pt x="16988" y="9364"/>
                    <a:pt x="16988" y="9062"/>
                  </a:cubicBezTo>
                  <a:cubicBezTo>
                    <a:pt x="16988" y="8784"/>
                    <a:pt x="17150" y="8576"/>
                    <a:pt x="17660" y="8576"/>
                  </a:cubicBezTo>
                  <a:close/>
                  <a:moveTo>
                    <a:pt x="30963" y="8576"/>
                  </a:moveTo>
                  <a:lnTo>
                    <a:pt x="30963" y="9016"/>
                  </a:lnTo>
                  <a:cubicBezTo>
                    <a:pt x="30823" y="9364"/>
                    <a:pt x="30522" y="9549"/>
                    <a:pt x="30128" y="9549"/>
                  </a:cubicBezTo>
                  <a:cubicBezTo>
                    <a:pt x="29711" y="9549"/>
                    <a:pt x="29456" y="9364"/>
                    <a:pt x="29456" y="9062"/>
                  </a:cubicBezTo>
                  <a:cubicBezTo>
                    <a:pt x="29456" y="8784"/>
                    <a:pt x="29618" y="8576"/>
                    <a:pt x="30128" y="8576"/>
                  </a:cubicBezTo>
                  <a:close/>
                  <a:moveTo>
                    <a:pt x="8019" y="6281"/>
                  </a:moveTo>
                  <a:lnTo>
                    <a:pt x="8019" y="9804"/>
                  </a:lnTo>
                  <a:lnTo>
                    <a:pt x="9456" y="9804"/>
                  </a:lnTo>
                  <a:cubicBezTo>
                    <a:pt x="10592" y="9804"/>
                    <a:pt x="11356" y="9086"/>
                    <a:pt x="11356" y="8043"/>
                  </a:cubicBezTo>
                  <a:cubicBezTo>
                    <a:pt x="11356" y="7023"/>
                    <a:pt x="10592" y="6281"/>
                    <a:pt x="9456" y="6281"/>
                  </a:cubicBezTo>
                  <a:close/>
                  <a:moveTo>
                    <a:pt x="12098" y="7162"/>
                  </a:moveTo>
                  <a:lnTo>
                    <a:pt x="12098" y="9804"/>
                  </a:lnTo>
                  <a:lnTo>
                    <a:pt x="12469" y="9804"/>
                  </a:lnTo>
                  <a:lnTo>
                    <a:pt x="12469" y="7162"/>
                  </a:lnTo>
                  <a:close/>
                  <a:moveTo>
                    <a:pt x="14809" y="7139"/>
                  </a:moveTo>
                  <a:cubicBezTo>
                    <a:pt x="14346" y="7139"/>
                    <a:pt x="13975" y="7324"/>
                    <a:pt x="13790" y="7649"/>
                  </a:cubicBezTo>
                  <a:lnTo>
                    <a:pt x="13790" y="7162"/>
                  </a:lnTo>
                  <a:lnTo>
                    <a:pt x="13465" y="7162"/>
                  </a:lnTo>
                  <a:lnTo>
                    <a:pt x="13465" y="9804"/>
                  </a:lnTo>
                  <a:lnTo>
                    <a:pt x="13813" y="9804"/>
                  </a:lnTo>
                  <a:lnTo>
                    <a:pt x="13813" y="8414"/>
                  </a:lnTo>
                  <a:cubicBezTo>
                    <a:pt x="13813" y="7811"/>
                    <a:pt x="14161" y="7463"/>
                    <a:pt x="14740" y="7463"/>
                  </a:cubicBezTo>
                  <a:cubicBezTo>
                    <a:pt x="15227" y="7463"/>
                    <a:pt x="15528" y="7765"/>
                    <a:pt x="15528" y="8321"/>
                  </a:cubicBezTo>
                  <a:lnTo>
                    <a:pt x="15528" y="9804"/>
                  </a:lnTo>
                  <a:lnTo>
                    <a:pt x="15875" y="9804"/>
                  </a:lnTo>
                  <a:lnTo>
                    <a:pt x="15875" y="8274"/>
                  </a:lnTo>
                  <a:cubicBezTo>
                    <a:pt x="15875" y="7510"/>
                    <a:pt x="15435" y="7139"/>
                    <a:pt x="14809" y="7139"/>
                  </a:cubicBezTo>
                  <a:close/>
                  <a:moveTo>
                    <a:pt x="21136" y="7139"/>
                  </a:moveTo>
                  <a:cubicBezTo>
                    <a:pt x="20696" y="7139"/>
                    <a:pt x="20348" y="7324"/>
                    <a:pt x="20163" y="7649"/>
                  </a:cubicBezTo>
                  <a:lnTo>
                    <a:pt x="20163" y="7162"/>
                  </a:lnTo>
                  <a:lnTo>
                    <a:pt x="19815" y="7162"/>
                  </a:lnTo>
                  <a:lnTo>
                    <a:pt x="19815" y="9804"/>
                  </a:lnTo>
                  <a:lnTo>
                    <a:pt x="20163" y="9804"/>
                  </a:lnTo>
                  <a:lnTo>
                    <a:pt x="20163" y="8414"/>
                  </a:lnTo>
                  <a:cubicBezTo>
                    <a:pt x="20163" y="7811"/>
                    <a:pt x="20511" y="7463"/>
                    <a:pt x="21067" y="7463"/>
                  </a:cubicBezTo>
                  <a:cubicBezTo>
                    <a:pt x="21530" y="7463"/>
                    <a:pt x="21831" y="7765"/>
                    <a:pt x="21831" y="8321"/>
                  </a:cubicBezTo>
                  <a:lnTo>
                    <a:pt x="21831" y="9804"/>
                  </a:lnTo>
                  <a:lnTo>
                    <a:pt x="22179" y="9804"/>
                  </a:lnTo>
                  <a:lnTo>
                    <a:pt x="22179" y="8414"/>
                  </a:lnTo>
                  <a:cubicBezTo>
                    <a:pt x="22179" y="7811"/>
                    <a:pt x="22527" y="7463"/>
                    <a:pt x="23060" y="7463"/>
                  </a:cubicBezTo>
                  <a:cubicBezTo>
                    <a:pt x="23546" y="7463"/>
                    <a:pt x="23825" y="7765"/>
                    <a:pt x="23825" y="8321"/>
                  </a:cubicBezTo>
                  <a:lnTo>
                    <a:pt x="23825" y="9804"/>
                  </a:lnTo>
                  <a:lnTo>
                    <a:pt x="24172" y="9804"/>
                  </a:lnTo>
                  <a:lnTo>
                    <a:pt x="24172" y="8274"/>
                  </a:lnTo>
                  <a:cubicBezTo>
                    <a:pt x="24172" y="7510"/>
                    <a:pt x="23755" y="7139"/>
                    <a:pt x="23106" y="7139"/>
                  </a:cubicBezTo>
                  <a:cubicBezTo>
                    <a:pt x="22643" y="7139"/>
                    <a:pt x="22249" y="7371"/>
                    <a:pt x="22063" y="7695"/>
                  </a:cubicBezTo>
                  <a:cubicBezTo>
                    <a:pt x="21901" y="7324"/>
                    <a:pt x="21577" y="7139"/>
                    <a:pt x="21136" y="7139"/>
                  </a:cubicBezTo>
                  <a:close/>
                  <a:moveTo>
                    <a:pt x="25146" y="7162"/>
                  </a:moveTo>
                  <a:lnTo>
                    <a:pt x="25146" y="9804"/>
                  </a:lnTo>
                  <a:lnTo>
                    <a:pt x="25493" y="9804"/>
                  </a:lnTo>
                  <a:lnTo>
                    <a:pt x="25493" y="7162"/>
                  </a:lnTo>
                  <a:close/>
                  <a:moveTo>
                    <a:pt x="17776" y="7139"/>
                  </a:moveTo>
                  <a:cubicBezTo>
                    <a:pt x="17359" y="7139"/>
                    <a:pt x="16965" y="7278"/>
                    <a:pt x="16710" y="7510"/>
                  </a:cubicBezTo>
                  <a:lnTo>
                    <a:pt x="16872" y="7765"/>
                  </a:lnTo>
                  <a:cubicBezTo>
                    <a:pt x="17081" y="7579"/>
                    <a:pt x="17405" y="7463"/>
                    <a:pt x="17753" y="7463"/>
                  </a:cubicBezTo>
                  <a:cubicBezTo>
                    <a:pt x="18239" y="7463"/>
                    <a:pt x="18494" y="7695"/>
                    <a:pt x="18494" y="8159"/>
                  </a:cubicBezTo>
                  <a:lnTo>
                    <a:pt x="18494" y="8321"/>
                  </a:lnTo>
                  <a:lnTo>
                    <a:pt x="17660" y="8321"/>
                  </a:lnTo>
                  <a:cubicBezTo>
                    <a:pt x="16895" y="8321"/>
                    <a:pt x="16640" y="8668"/>
                    <a:pt x="16640" y="9062"/>
                  </a:cubicBezTo>
                  <a:cubicBezTo>
                    <a:pt x="16640" y="9526"/>
                    <a:pt x="16988" y="9827"/>
                    <a:pt x="17590" y="9827"/>
                  </a:cubicBezTo>
                  <a:cubicBezTo>
                    <a:pt x="18031" y="9827"/>
                    <a:pt x="18355" y="9665"/>
                    <a:pt x="18517" y="9387"/>
                  </a:cubicBezTo>
                  <a:lnTo>
                    <a:pt x="18517" y="9804"/>
                  </a:lnTo>
                  <a:lnTo>
                    <a:pt x="18842" y="9804"/>
                  </a:lnTo>
                  <a:lnTo>
                    <a:pt x="18842" y="8182"/>
                  </a:lnTo>
                  <a:cubicBezTo>
                    <a:pt x="18842" y="7487"/>
                    <a:pt x="18471" y="7139"/>
                    <a:pt x="17776" y="7139"/>
                  </a:cubicBezTo>
                  <a:close/>
                  <a:moveTo>
                    <a:pt x="27579" y="7139"/>
                  </a:moveTo>
                  <a:cubicBezTo>
                    <a:pt x="26791" y="7139"/>
                    <a:pt x="26235" y="7695"/>
                    <a:pt x="26235" y="8483"/>
                  </a:cubicBezTo>
                  <a:cubicBezTo>
                    <a:pt x="26235" y="9271"/>
                    <a:pt x="26791" y="9827"/>
                    <a:pt x="27579" y="9827"/>
                  </a:cubicBezTo>
                  <a:cubicBezTo>
                    <a:pt x="28042" y="9827"/>
                    <a:pt x="28413" y="9642"/>
                    <a:pt x="28622" y="9317"/>
                  </a:cubicBezTo>
                  <a:lnTo>
                    <a:pt x="28367" y="9132"/>
                  </a:lnTo>
                  <a:cubicBezTo>
                    <a:pt x="28181" y="9387"/>
                    <a:pt x="27903" y="9526"/>
                    <a:pt x="27579" y="9526"/>
                  </a:cubicBezTo>
                  <a:cubicBezTo>
                    <a:pt x="27023" y="9526"/>
                    <a:pt x="26582" y="9109"/>
                    <a:pt x="26582" y="8483"/>
                  </a:cubicBezTo>
                  <a:cubicBezTo>
                    <a:pt x="26582" y="7857"/>
                    <a:pt x="27023" y="7463"/>
                    <a:pt x="27579" y="7463"/>
                  </a:cubicBezTo>
                  <a:cubicBezTo>
                    <a:pt x="27903" y="7463"/>
                    <a:pt x="28181" y="7579"/>
                    <a:pt x="28367" y="7857"/>
                  </a:cubicBezTo>
                  <a:lnTo>
                    <a:pt x="28622" y="7672"/>
                  </a:lnTo>
                  <a:cubicBezTo>
                    <a:pt x="28413" y="7324"/>
                    <a:pt x="28042" y="7139"/>
                    <a:pt x="27579" y="7139"/>
                  </a:cubicBezTo>
                  <a:close/>
                  <a:moveTo>
                    <a:pt x="30244" y="7139"/>
                  </a:moveTo>
                  <a:cubicBezTo>
                    <a:pt x="29827" y="7139"/>
                    <a:pt x="29433" y="7278"/>
                    <a:pt x="29178" y="7510"/>
                  </a:cubicBezTo>
                  <a:lnTo>
                    <a:pt x="29340" y="7765"/>
                  </a:lnTo>
                  <a:cubicBezTo>
                    <a:pt x="29549" y="7579"/>
                    <a:pt x="29873" y="7463"/>
                    <a:pt x="30221" y="7463"/>
                  </a:cubicBezTo>
                  <a:cubicBezTo>
                    <a:pt x="30708" y="7463"/>
                    <a:pt x="30963" y="7695"/>
                    <a:pt x="30963" y="8159"/>
                  </a:cubicBezTo>
                  <a:lnTo>
                    <a:pt x="30963" y="8321"/>
                  </a:lnTo>
                  <a:lnTo>
                    <a:pt x="30128" y="8321"/>
                  </a:lnTo>
                  <a:cubicBezTo>
                    <a:pt x="29363" y="8321"/>
                    <a:pt x="29109" y="8668"/>
                    <a:pt x="29109" y="9062"/>
                  </a:cubicBezTo>
                  <a:cubicBezTo>
                    <a:pt x="29109" y="9526"/>
                    <a:pt x="29479" y="9827"/>
                    <a:pt x="30059" y="9827"/>
                  </a:cubicBezTo>
                  <a:cubicBezTo>
                    <a:pt x="30499" y="9827"/>
                    <a:pt x="30823" y="9665"/>
                    <a:pt x="30986" y="9387"/>
                  </a:cubicBezTo>
                  <a:lnTo>
                    <a:pt x="30986" y="9804"/>
                  </a:lnTo>
                  <a:lnTo>
                    <a:pt x="31310" y="9804"/>
                  </a:lnTo>
                  <a:lnTo>
                    <a:pt x="31310" y="8182"/>
                  </a:lnTo>
                  <a:cubicBezTo>
                    <a:pt x="31310" y="7487"/>
                    <a:pt x="30939" y="7139"/>
                    <a:pt x="30244" y="7139"/>
                  </a:cubicBezTo>
                  <a:close/>
                </a:path>
              </a:pathLst>
            </a:custGeom>
            <a:solidFill>
              <a:srgbClr val="A6F75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15"/>
            <p:cNvSpPr/>
            <p:nvPr/>
          </p:nvSpPr>
          <p:spPr>
            <a:xfrm>
              <a:off x="2424100" y="1728850"/>
              <a:ext cx="25" cy="381250"/>
            </a:xfrm>
            <a:custGeom>
              <a:rect b="b" l="l" r="r" t="t"/>
              <a:pathLst>
                <a:path extrusionOk="0" fill="none" h="15250" w="1">
                  <a:moveTo>
                    <a:pt x="1" y="15250"/>
                  </a:moveTo>
                  <a:lnTo>
                    <a:pt x="1" y="0"/>
                  </a:lnTo>
                </a:path>
              </a:pathLst>
            </a:custGeom>
            <a:noFill/>
            <a:ln cap="flat" cmpd="sng" w="8100">
              <a:solidFill>
                <a:srgbClr val="A6F750"/>
              </a:solidFill>
              <a:prstDash val="dash"/>
              <a:miter lim="2317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15"/>
            <p:cNvSpPr/>
            <p:nvPr/>
          </p:nvSpPr>
          <p:spPr>
            <a:xfrm>
              <a:off x="2392250" y="1697550"/>
              <a:ext cx="63175" cy="62600"/>
            </a:xfrm>
            <a:custGeom>
              <a:rect b="b" l="l" r="r" t="t"/>
              <a:pathLst>
                <a:path extrusionOk="0" h="2504" w="2527">
                  <a:moveTo>
                    <a:pt x="1275" y="1"/>
                  </a:moveTo>
                  <a:cubicBezTo>
                    <a:pt x="580" y="1"/>
                    <a:pt x="0" y="557"/>
                    <a:pt x="0" y="1252"/>
                  </a:cubicBezTo>
                  <a:cubicBezTo>
                    <a:pt x="0" y="1948"/>
                    <a:pt x="580" y="2504"/>
                    <a:pt x="1275" y="2504"/>
                  </a:cubicBezTo>
                  <a:cubicBezTo>
                    <a:pt x="1970" y="2504"/>
                    <a:pt x="2526" y="1948"/>
                    <a:pt x="2526" y="1252"/>
                  </a:cubicBezTo>
                  <a:cubicBezTo>
                    <a:pt x="2526" y="557"/>
                    <a:pt x="1970" y="1"/>
                    <a:pt x="1275" y="1"/>
                  </a:cubicBezTo>
                  <a:close/>
                </a:path>
              </a:pathLst>
            </a:custGeom>
            <a:solidFill>
              <a:srgbClr val="A6F75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15"/>
            <p:cNvSpPr/>
            <p:nvPr/>
          </p:nvSpPr>
          <p:spPr>
            <a:xfrm>
              <a:off x="3551000" y="2057925"/>
              <a:ext cx="25" cy="381275"/>
            </a:xfrm>
            <a:custGeom>
              <a:rect b="b" l="l" r="r" t="t"/>
              <a:pathLst>
                <a:path extrusionOk="0" fill="none" h="15251" w="1">
                  <a:moveTo>
                    <a:pt x="1" y="15250"/>
                  </a:moveTo>
                  <a:lnTo>
                    <a:pt x="1" y="1"/>
                  </a:lnTo>
                </a:path>
              </a:pathLst>
            </a:custGeom>
            <a:noFill/>
            <a:ln cap="flat" cmpd="sng" w="8100">
              <a:solidFill>
                <a:srgbClr val="A6F750"/>
              </a:solidFill>
              <a:prstDash val="dash"/>
              <a:miter lim="2317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5"/>
            <p:cNvSpPr/>
            <p:nvPr/>
          </p:nvSpPr>
          <p:spPr>
            <a:xfrm>
              <a:off x="3519725" y="2026650"/>
              <a:ext cx="62600" cy="63175"/>
            </a:xfrm>
            <a:custGeom>
              <a:rect b="b" l="l" r="r" t="t"/>
              <a:pathLst>
                <a:path extrusionOk="0" h="2527" w="2504">
                  <a:moveTo>
                    <a:pt x="1252" y="0"/>
                  </a:moveTo>
                  <a:cubicBezTo>
                    <a:pt x="556" y="0"/>
                    <a:pt x="0" y="557"/>
                    <a:pt x="0" y="1252"/>
                  </a:cubicBezTo>
                  <a:cubicBezTo>
                    <a:pt x="0" y="1947"/>
                    <a:pt x="556" y="2526"/>
                    <a:pt x="1252" y="2526"/>
                  </a:cubicBezTo>
                  <a:cubicBezTo>
                    <a:pt x="1947" y="2526"/>
                    <a:pt x="2503" y="1947"/>
                    <a:pt x="2503" y="1252"/>
                  </a:cubicBezTo>
                  <a:cubicBezTo>
                    <a:pt x="2503" y="557"/>
                    <a:pt x="1947" y="0"/>
                    <a:pt x="1252" y="0"/>
                  </a:cubicBezTo>
                  <a:close/>
                </a:path>
              </a:pathLst>
            </a:custGeom>
            <a:solidFill>
              <a:srgbClr val="A6F75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15"/>
            <p:cNvSpPr/>
            <p:nvPr/>
          </p:nvSpPr>
          <p:spPr>
            <a:xfrm>
              <a:off x="4906750" y="2262450"/>
              <a:ext cx="25" cy="381250"/>
            </a:xfrm>
            <a:custGeom>
              <a:rect b="b" l="l" r="r" t="t"/>
              <a:pathLst>
                <a:path extrusionOk="0" fill="none" h="15250" w="1">
                  <a:moveTo>
                    <a:pt x="1" y="15250"/>
                  </a:moveTo>
                  <a:lnTo>
                    <a:pt x="1" y="1"/>
                  </a:lnTo>
                </a:path>
              </a:pathLst>
            </a:custGeom>
            <a:noFill/>
            <a:ln cap="flat" cmpd="sng" w="8100">
              <a:solidFill>
                <a:srgbClr val="A6F750"/>
              </a:solidFill>
              <a:prstDash val="dash"/>
              <a:miter lim="2317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15"/>
            <p:cNvSpPr/>
            <p:nvPr/>
          </p:nvSpPr>
          <p:spPr>
            <a:xfrm>
              <a:off x="4874875" y="2231175"/>
              <a:ext cx="63200" cy="63175"/>
            </a:xfrm>
            <a:custGeom>
              <a:rect b="b" l="l" r="r" t="t"/>
              <a:pathLst>
                <a:path extrusionOk="0" h="2527" w="2528">
                  <a:moveTo>
                    <a:pt x="1252" y="0"/>
                  </a:moveTo>
                  <a:cubicBezTo>
                    <a:pt x="557" y="0"/>
                    <a:pt x="1" y="556"/>
                    <a:pt x="1" y="1252"/>
                  </a:cubicBezTo>
                  <a:cubicBezTo>
                    <a:pt x="1" y="1947"/>
                    <a:pt x="557" y="2526"/>
                    <a:pt x="1252" y="2526"/>
                  </a:cubicBezTo>
                  <a:cubicBezTo>
                    <a:pt x="1948" y="2526"/>
                    <a:pt x="2527" y="1947"/>
                    <a:pt x="2527" y="1252"/>
                  </a:cubicBezTo>
                  <a:cubicBezTo>
                    <a:pt x="2527" y="556"/>
                    <a:pt x="1948" y="0"/>
                    <a:pt x="1252" y="0"/>
                  </a:cubicBezTo>
                  <a:close/>
                </a:path>
              </a:pathLst>
            </a:custGeom>
            <a:solidFill>
              <a:srgbClr val="A6F75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15"/>
            <p:cNvSpPr/>
            <p:nvPr/>
          </p:nvSpPr>
          <p:spPr>
            <a:xfrm>
              <a:off x="6238750" y="2414250"/>
              <a:ext cx="25" cy="381250"/>
            </a:xfrm>
            <a:custGeom>
              <a:rect b="b" l="l" r="r" t="t"/>
              <a:pathLst>
                <a:path extrusionOk="0" fill="none" h="15250" w="1">
                  <a:moveTo>
                    <a:pt x="0" y="15250"/>
                  </a:moveTo>
                  <a:lnTo>
                    <a:pt x="0" y="1"/>
                  </a:lnTo>
                </a:path>
              </a:pathLst>
            </a:custGeom>
            <a:noFill/>
            <a:ln cap="flat" cmpd="sng" w="8100">
              <a:solidFill>
                <a:srgbClr val="A6F750"/>
              </a:solidFill>
              <a:prstDash val="dash"/>
              <a:miter lim="2317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15"/>
            <p:cNvSpPr/>
            <p:nvPr/>
          </p:nvSpPr>
          <p:spPr>
            <a:xfrm>
              <a:off x="6206875" y="2382975"/>
              <a:ext cx="63175" cy="62575"/>
            </a:xfrm>
            <a:custGeom>
              <a:rect b="b" l="l" r="r" t="t"/>
              <a:pathLst>
                <a:path extrusionOk="0" h="2503" w="2527">
                  <a:moveTo>
                    <a:pt x="1252" y="0"/>
                  </a:moveTo>
                  <a:cubicBezTo>
                    <a:pt x="557" y="0"/>
                    <a:pt x="1" y="556"/>
                    <a:pt x="1" y="1252"/>
                  </a:cubicBezTo>
                  <a:cubicBezTo>
                    <a:pt x="1" y="1947"/>
                    <a:pt x="557" y="2503"/>
                    <a:pt x="1252" y="2503"/>
                  </a:cubicBezTo>
                  <a:cubicBezTo>
                    <a:pt x="1947" y="2503"/>
                    <a:pt x="2527" y="1947"/>
                    <a:pt x="2527" y="1252"/>
                  </a:cubicBezTo>
                  <a:cubicBezTo>
                    <a:pt x="2527" y="556"/>
                    <a:pt x="1947" y="0"/>
                    <a:pt x="1252" y="0"/>
                  </a:cubicBezTo>
                  <a:close/>
                </a:path>
              </a:pathLst>
            </a:custGeom>
            <a:solidFill>
              <a:srgbClr val="A6F75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15"/>
            <p:cNvSpPr/>
            <p:nvPr/>
          </p:nvSpPr>
          <p:spPr>
            <a:xfrm>
              <a:off x="298950" y="1298950"/>
              <a:ext cx="25" cy="381250"/>
            </a:xfrm>
            <a:custGeom>
              <a:rect b="b" l="l" r="r" t="t"/>
              <a:pathLst>
                <a:path extrusionOk="0" fill="none" h="15250" w="1">
                  <a:moveTo>
                    <a:pt x="0" y="15250"/>
                  </a:moveTo>
                  <a:lnTo>
                    <a:pt x="0" y="0"/>
                  </a:lnTo>
                </a:path>
              </a:pathLst>
            </a:custGeom>
            <a:noFill/>
            <a:ln cap="flat" cmpd="sng" w="8100">
              <a:solidFill>
                <a:srgbClr val="A6F750"/>
              </a:solidFill>
              <a:prstDash val="dash"/>
              <a:miter lim="2317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15"/>
            <p:cNvSpPr/>
            <p:nvPr/>
          </p:nvSpPr>
          <p:spPr>
            <a:xfrm>
              <a:off x="267075" y="1267650"/>
              <a:ext cx="63175" cy="63200"/>
            </a:xfrm>
            <a:custGeom>
              <a:rect b="b" l="l" r="r" t="t"/>
              <a:pathLst>
                <a:path extrusionOk="0" h="2528" w="2527">
                  <a:moveTo>
                    <a:pt x="1252" y="1"/>
                  </a:moveTo>
                  <a:cubicBezTo>
                    <a:pt x="557" y="1"/>
                    <a:pt x="1" y="557"/>
                    <a:pt x="1" y="1252"/>
                  </a:cubicBezTo>
                  <a:cubicBezTo>
                    <a:pt x="1" y="1948"/>
                    <a:pt x="557" y="2527"/>
                    <a:pt x="1252" y="2527"/>
                  </a:cubicBezTo>
                  <a:cubicBezTo>
                    <a:pt x="1947" y="2527"/>
                    <a:pt x="2527" y="1948"/>
                    <a:pt x="2527" y="1252"/>
                  </a:cubicBezTo>
                  <a:cubicBezTo>
                    <a:pt x="2527" y="557"/>
                    <a:pt x="1947" y="1"/>
                    <a:pt x="1252" y="1"/>
                  </a:cubicBezTo>
                  <a:close/>
                </a:path>
              </a:pathLst>
            </a:custGeom>
            <a:solidFill>
              <a:srgbClr val="A6F75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15"/>
            <p:cNvSpPr/>
            <p:nvPr/>
          </p:nvSpPr>
          <p:spPr>
            <a:xfrm>
              <a:off x="1141950" y="1300675"/>
              <a:ext cx="25" cy="381275"/>
            </a:xfrm>
            <a:custGeom>
              <a:rect b="b" l="l" r="r" t="t"/>
              <a:pathLst>
                <a:path extrusionOk="0" fill="none" h="15251" w="1">
                  <a:moveTo>
                    <a:pt x="0" y="15250"/>
                  </a:moveTo>
                  <a:lnTo>
                    <a:pt x="0" y="1"/>
                  </a:lnTo>
                </a:path>
              </a:pathLst>
            </a:custGeom>
            <a:noFill/>
            <a:ln cap="flat" cmpd="sng" w="8100">
              <a:solidFill>
                <a:srgbClr val="A6F750"/>
              </a:solidFill>
              <a:prstDash val="dash"/>
              <a:miter lim="2317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15"/>
            <p:cNvSpPr/>
            <p:nvPr/>
          </p:nvSpPr>
          <p:spPr>
            <a:xfrm>
              <a:off x="1110075" y="1269400"/>
              <a:ext cx="62600" cy="63175"/>
            </a:xfrm>
            <a:custGeom>
              <a:rect b="b" l="l" r="r" t="t"/>
              <a:pathLst>
                <a:path extrusionOk="0" h="2527" w="2504">
                  <a:moveTo>
                    <a:pt x="1252" y="0"/>
                  </a:moveTo>
                  <a:cubicBezTo>
                    <a:pt x="557" y="0"/>
                    <a:pt x="1" y="557"/>
                    <a:pt x="1" y="1252"/>
                  </a:cubicBezTo>
                  <a:cubicBezTo>
                    <a:pt x="1" y="1947"/>
                    <a:pt x="557" y="2527"/>
                    <a:pt x="1252" y="2527"/>
                  </a:cubicBezTo>
                  <a:cubicBezTo>
                    <a:pt x="1947" y="2527"/>
                    <a:pt x="2504" y="1947"/>
                    <a:pt x="2504" y="1252"/>
                  </a:cubicBezTo>
                  <a:cubicBezTo>
                    <a:pt x="2504" y="557"/>
                    <a:pt x="1947" y="0"/>
                    <a:pt x="1252" y="0"/>
                  </a:cubicBezTo>
                  <a:close/>
                </a:path>
              </a:pathLst>
            </a:custGeom>
            <a:solidFill>
              <a:srgbClr val="A6F75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15"/>
            <p:cNvSpPr/>
            <p:nvPr/>
          </p:nvSpPr>
          <p:spPr>
            <a:xfrm>
              <a:off x="3565500" y="2442050"/>
              <a:ext cx="1268275" cy="1300750"/>
            </a:xfrm>
            <a:custGeom>
              <a:rect b="b" l="l" r="r" t="t"/>
              <a:pathLst>
                <a:path extrusionOk="0" h="52030" w="50731">
                  <a:moveTo>
                    <a:pt x="0" y="1"/>
                  </a:moveTo>
                  <a:lnTo>
                    <a:pt x="0" y="52029"/>
                  </a:lnTo>
                  <a:lnTo>
                    <a:pt x="48714" y="43918"/>
                  </a:lnTo>
                  <a:cubicBezTo>
                    <a:pt x="50731" y="31890"/>
                    <a:pt x="50499" y="19769"/>
                    <a:pt x="48065" y="7811"/>
                  </a:cubicBezTo>
                  <a:lnTo>
                    <a:pt x="0" y="1"/>
                  </a:lnTo>
                  <a:close/>
                </a:path>
              </a:pathLst>
            </a:custGeom>
            <a:solidFill>
              <a:srgbClr val="383C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62" name="Google Shape;262;p15"/>
          <p:cNvSpPr/>
          <p:nvPr/>
        </p:nvSpPr>
        <p:spPr>
          <a:xfrm>
            <a:off x="6943481" y="1866124"/>
            <a:ext cx="60142" cy="580507"/>
          </a:xfrm>
          <a:custGeom>
            <a:rect b="b" l="l" r="r" t="t"/>
            <a:pathLst>
              <a:path extrusionOk="0" h="36293" w="3384">
                <a:moveTo>
                  <a:pt x="0" y="0"/>
                </a:moveTo>
                <a:lnTo>
                  <a:pt x="1854" y="209"/>
                </a:lnTo>
                <a:cubicBezTo>
                  <a:pt x="3291" y="12121"/>
                  <a:pt x="3384" y="24172"/>
                  <a:pt x="2086" y="36107"/>
                </a:cubicBezTo>
                <a:lnTo>
                  <a:pt x="649" y="36293"/>
                </a:lnTo>
                <a:cubicBezTo>
                  <a:pt x="1089" y="30661"/>
                  <a:pt x="1275" y="24635"/>
                  <a:pt x="1182" y="18239"/>
                </a:cubicBezTo>
                <a:cubicBezTo>
                  <a:pt x="1066" y="11773"/>
                  <a:pt x="626" y="5678"/>
                  <a:pt x="0" y="0"/>
                </a:cubicBezTo>
                <a:close/>
              </a:path>
            </a:pathLst>
          </a:custGeom>
          <a:solidFill>
            <a:srgbClr val="AEAEA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15"/>
          <p:cNvSpPr/>
          <p:nvPr/>
        </p:nvSpPr>
        <p:spPr>
          <a:xfrm>
            <a:off x="6089253" y="1738617"/>
            <a:ext cx="63039" cy="835531"/>
          </a:xfrm>
          <a:custGeom>
            <a:rect b="b" l="l" r="r" t="t"/>
            <a:pathLst>
              <a:path extrusionOk="0" h="52237" w="3547">
                <a:moveTo>
                  <a:pt x="1" y="0"/>
                </a:moveTo>
                <a:lnTo>
                  <a:pt x="2295" y="371"/>
                </a:lnTo>
                <a:cubicBezTo>
                  <a:pt x="3037" y="8158"/>
                  <a:pt x="3477" y="16501"/>
                  <a:pt x="3500" y="25354"/>
                </a:cubicBezTo>
                <a:cubicBezTo>
                  <a:pt x="3547" y="34763"/>
                  <a:pt x="3083" y="43616"/>
                  <a:pt x="2295" y="51866"/>
                </a:cubicBezTo>
                <a:lnTo>
                  <a:pt x="1" y="52237"/>
                </a:lnTo>
                <a:close/>
              </a:path>
            </a:pathLst>
          </a:custGeom>
          <a:solidFill>
            <a:srgbClr val="AEAEA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15"/>
          <p:cNvSpPr txBox="1"/>
          <p:nvPr/>
        </p:nvSpPr>
        <p:spPr>
          <a:xfrm>
            <a:off x="6165213" y="2024753"/>
            <a:ext cx="812400" cy="292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700">
                <a:solidFill>
                  <a:srgbClr val="A6F750"/>
                </a:solidFill>
                <a:latin typeface="Fira Code Light"/>
                <a:ea typeface="Fira Code Light"/>
                <a:cs typeface="Fira Code Light"/>
                <a:sym typeface="Fira Code Light"/>
              </a:rPr>
              <a:t>Lorem Ipsum</a:t>
            </a:r>
            <a:endParaRPr sz="500">
              <a:solidFill>
                <a:srgbClr val="A6F750"/>
              </a:solidFill>
              <a:latin typeface="Fira Code Light"/>
              <a:ea typeface="Fira Code Light"/>
              <a:cs typeface="Fira Code Light"/>
              <a:sym typeface="Fira Code Light"/>
            </a:endParaRPr>
          </a:p>
        </p:txBody>
      </p:sp>
      <p:sp>
        <p:nvSpPr>
          <p:cNvPr id="265" name="Google Shape;265;p15"/>
          <p:cNvSpPr txBox="1"/>
          <p:nvPr/>
        </p:nvSpPr>
        <p:spPr>
          <a:xfrm>
            <a:off x="7112813" y="2024753"/>
            <a:ext cx="812400" cy="292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700">
                <a:solidFill>
                  <a:srgbClr val="A6F750"/>
                </a:solidFill>
                <a:latin typeface="Fira Code Light"/>
                <a:ea typeface="Fira Code Light"/>
                <a:cs typeface="Fira Code Light"/>
                <a:sym typeface="Fira Code Light"/>
              </a:rPr>
              <a:t>Lorem Ipsum</a:t>
            </a:r>
            <a:endParaRPr sz="500">
              <a:solidFill>
                <a:srgbClr val="A6F750"/>
              </a:solidFill>
              <a:latin typeface="Fira Code Light"/>
              <a:ea typeface="Fira Code Light"/>
              <a:cs typeface="Fira Code Light"/>
              <a:sym typeface="Fira Code Light"/>
            </a:endParaRPr>
          </a:p>
        </p:txBody>
      </p:sp>
      <p:sp>
        <p:nvSpPr>
          <p:cNvPr id="266" name="Google Shape;266;p15"/>
          <p:cNvSpPr txBox="1"/>
          <p:nvPr/>
        </p:nvSpPr>
        <p:spPr>
          <a:xfrm>
            <a:off x="8001263" y="2016495"/>
            <a:ext cx="812400" cy="292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700">
                <a:solidFill>
                  <a:srgbClr val="A6F750"/>
                </a:solidFill>
                <a:latin typeface="Fira Code Light"/>
                <a:ea typeface="Fira Code Light"/>
                <a:cs typeface="Fira Code Light"/>
                <a:sym typeface="Fira Code Light"/>
              </a:rPr>
              <a:t>Lorem Ipsum</a:t>
            </a:r>
            <a:endParaRPr sz="500">
              <a:solidFill>
                <a:srgbClr val="A6F750"/>
              </a:solidFill>
              <a:latin typeface="Fira Code Light"/>
              <a:ea typeface="Fira Code Light"/>
              <a:cs typeface="Fira Code Light"/>
              <a:sym typeface="Fira Code Light"/>
            </a:endParaRPr>
          </a:p>
        </p:txBody>
      </p:sp>
      <p:sp>
        <p:nvSpPr>
          <p:cNvPr id="267" name="Google Shape;267;p15"/>
          <p:cNvSpPr txBox="1"/>
          <p:nvPr/>
        </p:nvSpPr>
        <p:spPr>
          <a:xfrm>
            <a:off x="5263938" y="2016495"/>
            <a:ext cx="812400" cy="292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700">
                <a:solidFill>
                  <a:srgbClr val="A6F750"/>
                </a:solidFill>
                <a:latin typeface="Fira Code Light"/>
                <a:ea typeface="Fira Code Light"/>
                <a:cs typeface="Fira Code Light"/>
                <a:sym typeface="Fira Code Light"/>
              </a:rPr>
              <a:t>Lorem Ipsum</a:t>
            </a:r>
            <a:endParaRPr sz="500">
              <a:solidFill>
                <a:srgbClr val="A6F750"/>
              </a:solidFill>
              <a:latin typeface="Fira Code Light"/>
              <a:ea typeface="Fira Code Light"/>
              <a:cs typeface="Fira Code Light"/>
              <a:sym typeface="Fira Code Light"/>
            </a:endParaRPr>
          </a:p>
        </p:txBody>
      </p:sp>
      <p:sp>
        <p:nvSpPr>
          <p:cNvPr id="268" name="Google Shape;268;p15"/>
          <p:cNvSpPr txBox="1"/>
          <p:nvPr/>
        </p:nvSpPr>
        <p:spPr>
          <a:xfrm>
            <a:off x="4407113" y="2016495"/>
            <a:ext cx="812400" cy="292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700">
                <a:solidFill>
                  <a:srgbClr val="A6F750"/>
                </a:solidFill>
                <a:latin typeface="Fira Code Light"/>
                <a:ea typeface="Fira Code Light"/>
                <a:cs typeface="Fira Code Light"/>
                <a:sym typeface="Fira Code Light"/>
              </a:rPr>
              <a:t>Lorem Ipsum</a:t>
            </a:r>
            <a:endParaRPr sz="500">
              <a:solidFill>
                <a:srgbClr val="A6F750"/>
              </a:solidFill>
              <a:latin typeface="Fira Code Light"/>
              <a:ea typeface="Fira Code Light"/>
              <a:cs typeface="Fira Code Light"/>
              <a:sym typeface="Fira Code Light"/>
            </a:endParaRPr>
          </a:p>
        </p:txBody>
      </p:sp>
      <p:sp>
        <p:nvSpPr>
          <p:cNvPr id="269" name="Google Shape;269;p15"/>
          <p:cNvSpPr txBox="1"/>
          <p:nvPr/>
        </p:nvSpPr>
        <p:spPr>
          <a:xfrm rot="-5400000">
            <a:off x="3462638" y="2001840"/>
            <a:ext cx="1094100" cy="292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700">
                <a:solidFill>
                  <a:srgbClr val="A6F750"/>
                </a:solidFill>
                <a:latin typeface="Fira Code Light"/>
                <a:ea typeface="Fira Code Light"/>
                <a:cs typeface="Fira Code Light"/>
                <a:sym typeface="Fira Code Light"/>
              </a:rPr>
              <a:t>Lorem Ipsum dolor</a:t>
            </a:r>
            <a:endParaRPr sz="500">
              <a:solidFill>
                <a:srgbClr val="A6F750"/>
              </a:solidFill>
              <a:latin typeface="Fira Code Light"/>
              <a:ea typeface="Fira Code Light"/>
              <a:cs typeface="Fira Code Light"/>
              <a:sym typeface="Fira Code Light"/>
            </a:endParaRPr>
          </a:p>
        </p:txBody>
      </p:sp>
      <p:sp>
        <p:nvSpPr>
          <p:cNvPr id="270" name="Google Shape;270;p15"/>
          <p:cNvSpPr txBox="1"/>
          <p:nvPr/>
        </p:nvSpPr>
        <p:spPr>
          <a:xfrm>
            <a:off x="240550" y="124357"/>
            <a:ext cx="20553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1600">
                <a:solidFill>
                  <a:srgbClr val="A6F750"/>
                </a:solidFill>
                <a:latin typeface="Ubuntu Light"/>
                <a:ea typeface="Ubuntu Light"/>
                <a:cs typeface="Ubuntu Light"/>
                <a:sym typeface="Ubuntu Light"/>
              </a:rPr>
              <a:t>Assets</a:t>
            </a:r>
            <a:endParaRPr sz="1600">
              <a:solidFill>
                <a:srgbClr val="A6F750"/>
              </a:solidFill>
              <a:latin typeface="Ubuntu Light"/>
              <a:ea typeface="Ubuntu Light"/>
              <a:cs typeface="Ubuntu Light"/>
              <a:sym typeface="Ubuntu Light"/>
            </a:endParaRPr>
          </a:p>
        </p:txBody>
      </p:sp>
      <p:sp>
        <p:nvSpPr>
          <p:cNvPr id="271" name="Google Shape;271;p15"/>
          <p:cNvSpPr txBox="1"/>
          <p:nvPr/>
        </p:nvSpPr>
        <p:spPr>
          <a:xfrm>
            <a:off x="240550" y="396113"/>
            <a:ext cx="27309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900">
                <a:solidFill>
                  <a:srgbClr val="FFFFFF"/>
                </a:solidFill>
                <a:latin typeface="Fira Code Light"/>
                <a:ea typeface="Fira Code Light"/>
                <a:cs typeface="Fira Code Light"/>
                <a:sym typeface="Fira Code Light"/>
              </a:rPr>
              <a:t>Para você usar e aplicar :)</a:t>
            </a:r>
            <a:endParaRPr sz="900">
              <a:solidFill>
                <a:srgbClr val="FFFFFF"/>
              </a:solidFill>
              <a:latin typeface="Fira Code Light"/>
              <a:ea typeface="Fira Code Light"/>
              <a:cs typeface="Fira Code Light"/>
              <a:sym typeface="Fira Code Light"/>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pic>
        <p:nvPicPr>
          <p:cNvPr id="276" name="Google Shape;276;p16"/>
          <p:cNvPicPr preferRelativeResize="0"/>
          <p:nvPr/>
        </p:nvPicPr>
        <p:blipFill>
          <a:blip r:embed="rId3">
            <a:alphaModFix/>
          </a:blip>
          <a:stretch>
            <a:fillRect/>
          </a:stretch>
        </p:blipFill>
        <p:spPr>
          <a:xfrm>
            <a:off x="2907050" y="1310684"/>
            <a:ext cx="1412082" cy="254003"/>
          </a:xfrm>
          <a:prstGeom prst="rect">
            <a:avLst/>
          </a:prstGeom>
          <a:noFill/>
          <a:ln>
            <a:noFill/>
          </a:ln>
        </p:spPr>
      </p:pic>
      <p:pic>
        <p:nvPicPr>
          <p:cNvPr id="277" name="Google Shape;277;p16"/>
          <p:cNvPicPr preferRelativeResize="0"/>
          <p:nvPr/>
        </p:nvPicPr>
        <p:blipFill>
          <a:blip r:embed="rId4">
            <a:alphaModFix/>
          </a:blip>
          <a:stretch>
            <a:fillRect/>
          </a:stretch>
        </p:blipFill>
        <p:spPr>
          <a:xfrm>
            <a:off x="3461270" y="1729960"/>
            <a:ext cx="1954530" cy="254009"/>
          </a:xfrm>
          <a:prstGeom prst="rect">
            <a:avLst/>
          </a:prstGeom>
          <a:noFill/>
          <a:ln>
            <a:noFill/>
          </a:ln>
        </p:spPr>
      </p:pic>
      <p:pic>
        <p:nvPicPr>
          <p:cNvPr id="278" name="Google Shape;278;p16"/>
          <p:cNvPicPr preferRelativeResize="0"/>
          <p:nvPr/>
        </p:nvPicPr>
        <p:blipFill>
          <a:blip r:embed="rId5">
            <a:alphaModFix/>
          </a:blip>
          <a:stretch>
            <a:fillRect/>
          </a:stretch>
        </p:blipFill>
        <p:spPr>
          <a:xfrm>
            <a:off x="5300795" y="2159940"/>
            <a:ext cx="667283" cy="253998"/>
          </a:xfrm>
          <a:prstGeom prst="rect">
            <a:avLst/>
          </a:prstGeom>
          <a:noFill/>
          <a:ln>
            <a:noFill/>
          </a:ln>
        </p:spPr>
      </p:pic>
      <p:pic>
        <p:nvPicPr>
          <p:cNvPr id="279" name="Google Shape;279;p16"/>
          <p:cNvPicPr preferRelativeResize="0"/>
          <p:nvPr/>
        </p:nvPicPr>
        <p:blipFill>
          <a:blip r:embed="rId6">
            <a:alphaModFix/>
          </a:blip>
          <a:stretch>
            <a:fillRect/>
          </a:stretch>
        </p:blipFill>
        <p:spPr>
          <a:xfrm>
            <a:off x="5688883" y="2573789"/>
            <a:ext cx="1162384" cy="254003"/>
          </a:xfrm>
          <a:prstGeom prst="rect">
            <a:avLst/>
          </a:prstGeom>
          <a:noFill/>
          <a:ln>
            <a:noFill/>
          </a:ln>
        </p:spPr>
      </p:pic>
      <p:pic>
        <p:nvPicPr>
          <p:cNvPr id="280" name="Google Shape;280;p16"/>
          <p:cNvPicPr preferRelativeResize="0"/>
          <p:nvPr/>
        </p:nvPicPr>
        <p:blipFill>
          <a:blip r:embed="rId7">
            <a:alphaModFix/>
          </a:blip>
          <a:stretch>
            <a:fillRect/>
          </a:stretch>
        </p:blipFill>
        <p:spPr>
          <a:xfrm>
            <a:off x="6229167" y="2987638"/>
            <a:ext cx="1170908" cy="254003"/>
          </a:xfrm>
          <a:prstGeom prst="rect">
            <a:avLst/>
          </a:prstGeom>
          <a:noFill/>
          <a:ln>
            <a:noFill/>
          </a:ln>
        </p:spPr>
      </p:pic>
      <p:pic>
        <p:nvPicPr>
          <p:cNvPr id="281" name="Google Shape;281;p16"/>
          <p:cNvPicPr preferRelativeResize="0"/>
          <p:nvPr/>
        </p:nvPicPr>
        <p:blipFill>
          <a:blip r:embed="rId8">
            <a:alphaModFix/>
          </a:blip>
          <a:stretch>
            <a:fillRect/>
          </a:stretch>
        </p:blipFill>
        <p:spPr>
          <a:xfrm>
            <a:off x="6425355" y="3411106"/>
            <a:ext cx="981553" cy="254003"/>
          </a:xfrm>
          <a:prstGeom prst="rect">
            <a:avLst/>
          </a:prstGeom>
          <a:noFill/>
          <a:ln>
            <a:noFill/>
          </a:ln>
        </p:spPr>
      </p:pic>
      <p:pic>
        <p:nvPicPr>
          <p:cNvPr id="282" name="Google Shape;282;p16"/>
          <p:cNvPicPr preferRelativeResize="0"/>
          <p:nvPr/>
        </p:nvPicPr>
        <p:blipFill>
          <a:blip r:embed="rId9">
            <a:alphaModFix/>
          </a:blip>
          <a:stretch>
            <a:fillRect/>
          </a:stretch>
        </p:blipFill>
        <p:spPr>
          <a:xfrm>
            <a:off x="6789927" y="3854311"/>
            <a:ext cx="912687" cy="254003"/>
          </a:xfrm>
          <a:prstGeom prst="rect">
            <a:avLst/>
          </a:prstGeom>
          <a:noFill/>
          <a:ln>
            <a:noFill/>
          </a:ln>
        </p:spPr>
      </p:pic>
      <p:pic>
        <p:nvPicPr>
          <p:cNvPr id="283" name="Google Shape;283;p16"/>
          <p:cNvPicPr preferRelativeResize="0"/>
          <p:nvPr/>
        </p:nvPicPr>
        <p:blipFill>
          <a:blip r:embed="rId10">
            <a:alphaModFix/>
          </a:blip>
          <a:stretch>
            <a:fillRect/>
          </a:stretch>
        </p:blipFill>
        <p:spPr>
          <a:xfrm>
            <a:off x="7304255" y="4271123"/>
            <a:ext cx="667279" cy="254003"/>
          </a:xfrm>
          <a:prstGeom prst="rect">
            <a:avLst/>
          </a:prstGeom>
          <a:noFill/>
          <a:ln>
            <a:noFill/>
          </a:ln>
        </p:spPr>
      </p:pic>
      <p:sp>
        <p:nvSpPr>
          <p:cNvPr id="284" name="Google Shape;284;p16"/>
          <p:cNvSpPr txBox="1"/>
          <p:nvPr/>
        </p:nvSpPr>
        <p:spPr>
          <a:xfrm>
            <a:off x="1025725" y="896803"/>
            <a:ext cx="1160400" cy="431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pt-BR" sz="800">
                <a:solidFill>
                  <a:srgbClr val="A6F750"/>
                </a:solidFill>
                <a:latin typeface="Fira Code Light"/>
                <a:ea typeface="Fira Code Light"/>
                <a:cs typeface="Fira Code Light"/>
                <a:sym typeface="Fira Code Light"/>
              </a:rPr>
              <a:t>Lorem</a:t>
            </a:r>
            <a:endParaRPr sz="800">
              <a:solidFill>
                <a:srgbClr val="A6F750"/>
              </a:solidFill>
              <a:latin typeface="Fira Code Light"/>
              <a:ea typeface="Fira Code Light"/>
              <a:cs typeface="Fira Code Light"/>
              <a:sym typeface="Fira Code Light"/>
            </a:endParaRPr>
          </a:p>
          <a:p>
            <a:pPr indent="0" lvl="0" marL="0" rtl="0" algn="r">
              <a:spcBef>
                <a:spcPts val="0"/>
              </a:spcBef>
              <a:spcAft>
                <a:spcPts val="0"/>
              </a:spcAft>
              <a:buNone/>
            </a:pPr>
            <a:r>
              <a:rPr lang="pt-BR" sz="800">
                <a:solidFill>
                  <a:srgbClr val="A6F750"/>
                </a:solidFill>
                <a:latin typeface="Fira Code Light"/>
                <a:ea typeface="Fira Code Light"/>
                <a:cs typeface="Fira Code Light"/>
                <a:sym typeface="Fira Code Light"/>
              </a:rPr>
              <a:t>Ipsum</a:t>
            </a:r>
            <a:endParaRPr sz="800">
              <a:solidFill>
                <a:srgbClr val="A6F750"/>
              </a:solidFill>
              <a:latin typeface="Fira Code Light"/>
              <a:ea typeface="Fira Code Light"/>
              <a:cs typeface="Fira Code Light"/>
              <a:sym typeface="Fira Code Light"/>
            </a:endParaRPr>
          </a:p>
        </p:txBody>
      </p:sp>
      <p:sp>
        <p:nvSpPr>
          <p:cNvPr id="285" name="Google Shape;285;p16"/>
          <p:cNvSpPr txBox="1"/>
          <p:nvPr/>
        </p:nvSpPr>
        <p:spPr>
          <a:xfrm>
            <a:off x="980825" y="1322469"/>
            <a:ext cx="1160400" cy="431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Clr>
                <a:schemeClr val="dk1"/>
              </a:buClr>
              <a:buSzPts val="1100"/>
              <a:buFont typeface="Arial"/>
              <a:buNone/>
            </a:pPr>
            <a:r>
              <a:rPr lang="pt-BR" sz="800">
                <a:solidFill>
                  <a:srgbClr val="A6F750"/>
                </a:solidFill>
                <a:latin typeface="Fira Code Light"/>
                <a:ea typeface="Fira Code Light"/>
                <a:cs typeface="Fira Code Light"/>
                <a:sym typeface="Fira Code Light"/>
              </a:rPr>
              <a:t>Lorem</a:t>
            </a:r>
            <a:endParaRPr sz="800">
              <a:solidFill>
                <a:srgbClr val="A6F750"/>
              </a:solidFill>
              <a:latin typeface="Fira Code Light"/>
              <a:ea typeface="Fira Code Light"/>
              <a:cs typeface="Fira Code Light"/>
              <a:sym typeface="Fira Code Light"/>
            </a:endParaRPr>
          </a:p>
          <a:p>
            <a:pPr indent="0" lvl="0" marL="0" rtl="0" algn="r">
              <a:spcBef>
                <a:spcPts val="0"/>
              </a:spcBef>
              <a:spcAft>
                <a:spcPts val="0"/>
              </a:spcAft>
              <a:buNone/>
            </a:pPr>
            <a:r>
              <a:rPr lang="pt-BR" sz="800">
                <a:solidFill>
                  <a:srgbClr val="A6F750"/>
                </a:solidFill>
                <a:latin typeface="Fira Code Light"/>
                <a:ea typeface="Fira Code Light"/>
                <a:cs typeface="Fira Code Light"/>
                <a:sym typeface="Fira Code Light"/>
              </a:rPr>
              <a:t>Ipsum</a:t>
            </a:r>
            <a:endParaRPr sz="800">
              <a:solidFill>
                <a:srgbClr val="A6F750"/>
              </a:solidFill>
              <a:latin typeface="Fira Code Light"/>
              <a:ea typeface="Fira Code Light"/>
              <a:cs typeface="Fira Code Light"/>
              <a:sym typeface="Fira Code Light"/>
            </a:endParaRPr>
          </a:p>
        </p:txBody>
      </p:sp>
      <p:sp>
        <p:nvSpPr>
          <p:cNvPr id="286" name="Google Shape;286;p16"/>
          <p:cNvSpPr txBox="1"/>
          <p:nvPr/>
        </p:nvSpPr>
        <p:spPr>
          <a:xfrm>
            <a:off x="980825" y="1748158"/>
            <a:ext cx="1160400" cy="431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pt-BR" sz="800">
                <a:solidFill>
                  <a:srgbClr val="A6F750"/>
                </a:solidFill>
                <a:latin typeface="Fira Code Light"/>
                <a:ea typeface="Fira Code Light"/>
                <a:cs typeface="Fira Code Light"/>
                <a:sym typeface="Fira Code Light"/>
              </a:rPr>
              <a:t>Lorem</a:t>
            </a:r>
            <a:endParaRPr sz="800">
              <a:solidFill>
                <a:srgbClr val="A6F750"/>
              </a:solidFill>
              <a:latin typeface="Fira Code Light"/>
              <a:ea typeface="Fira Code Light"/>
              <a:cs typeface="Fira Code Light"/>
              <a:sym typeface="Fira Code Light"/>
            </a:endParaRPr>
          </a:p>
          <a:p>
            <a:pPr indent="0" lvl="0" marL="0" rtl="0" algn="r">
              <a:spcBef>
                <a:spcPts val="0"/>
              </a:spcBef>
              <a:spcAft>
                <a:spcPts val="0"/>
              </a:spcAft>
              <a:buNone/>
            </a:pPr>
            <a:r>
              <a:rPr lang="pt-BR" sz="800">
                <a:solidFill>
                  <a:srgbClr val="A6F750"/>
                </a:solidFill>
                <a:latin typeface="Fira Code Light"/>
                <a:ea typeface="Fira Code Light"/>
                <a:cs typeface="Fira Code Light"/>
                <a:sym typeface="Fira Code Light"/>
              </a:rPr>
              <a:t>Ipsum</a:t>
            </a:r>
            <a:endParaRPr sz="800">
              <a:solidFill>
                <a:srgbClr val="A6F750"/>
              </a:solidFill>
              <a:latin typeface="Fira Code Light"/>
              <a:ea typeface="Fira Code Light"/>
              <a:cs typeface="Fira Code Light"/>
              <a:sym typeface="Fira Code Light"/>
            </a:endParaRPr>
          </a:p>
        </p:txBody>
      </p:sp>
      <p:sp>
        <p:nvSpPr>
          <p:cNvPr id="287" name="Google Shape;287;p16"/>
          <p:cNvSpPr txBox="1"/>
          <p:nvPr/>
        </p:nvSpPr>
        <p:spPr>
          <a:xfrm>
            <a:off x="980825" y="2272430"/>
            <a:ext cx="1160400" cy="3078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pt-BR" sz="800">
                <a:solidFill>
                  <a:srgbClr val="A6F750"/>
                </a:solidFill>
                <a:latin typeface="Fira Code Light"/>
                <a:ea typeface="Fira Code Light"/>
                <a:cs typeface="Fira Code Light"/>
                <a:sym typeface="Fira Code Light"/>
              </a:rPr>
              <a:t>Lorem Ipsum</a:t>
            </a:r>
            <a:endParaRPr sz="800">
              <a:solidFill>
                <a:srgbClr val="A6F750"/>
              </a:solidFill>
              <a:latin typeface="Fira Code Light"/>
              <a:ea typeface="Fira Code Light"/>
              <a:cs typeface="Fira Code Light"/>
              <a:sym typeface="Fira Code Light"/>
            </a:endParaRPr>
          </a:p>
        </p:txBody>
      </p:sp>
      <p:sp>
        <p:nvSpPr>
          <p:cNvPr id="288" name="Google Shape;288;p16"/>
          <p:cNvSpPr txBox="1"/>
          <p:nvPr/>
        </p:nvSpPr>
        <p:spPr>
          <a:xfrm>
            <a:off x="980825" y="2599513"/>
            <a:ext cx="1160400" cy="431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Clr>
                <a:schemeClr val="dk1"/>
              </a:buClr>
              <a:buSzPts val="1100"/>
              <a:buFont typeface="Arial"/>
              <a:buNone/>
            </a:pPr>
            <a:r>
              <a:rPr lang="pt-BR" sz="800">
                <a:solidFill>
                  <a:srgbClr val="A6F750"/>
                </a:solidFill>
                <a:latin typeface="Fira Code Light"/>
                <a:ea typeface="Fira Code Light"/>
                <a:cs typeface="Fira Code Light"/>
                <a:sym typeface="Fira Code Light"/>
              </a:rPr>
              <a:t>Lorem</a:t>
            </a:r>
            <a:endParaRPr sz="800">
              <a:solidFill>
                <a:srgbClr val="A6F750"/>
              </a:solidFill>
              <a:latin typeface="Fira Code Light"/>
              <a:ea typeface="Fira Code Light"/>
              <a:cs typeface="Fira Code Light"/>
              <a:sym typeface="Fira Code Light"/>
            </a:endParaRPr>
          </a:p>
          <a:p>
            <a:pPr indent="0" lvl="0" marL="0" rtl="0" algn="r">
              <a:spcBef>
                <a:spcPts val="0"/>
              </a:spcBef>
              <a:spcAft>
                <a:spcPts val="0"/>
              </a:spcAft>
              <a:buNone/>
            </a:pPr>
            <a:r>
              <a:rPr lang="pt-BR" sz="800">
                <a:solidFill>
                  <a:srgbClr val="A6F750"/>
                </a:solidFill>
                <a:latin typeface="Fira Code Light"/>
                <a:ea typeface="Fira Code Light"/>
                <a:cs typeface="Fira Code Light"/>
                <a:sym typeface="Fira Code Light"/>
              </a:rPr>
              <a:t>Ipsum</a:t>
            </a:r>
            <a:endParaRPr sz="800">
              <a:solidFill>
                <a:srgbClr val="A6F750"/>
              </a:solidFill>
              <a:latin typeface="Fira Code Light"/>
              <a:ea typeface="Fira Code Light"/>
              <a:cs typeface="Fira Code Light"/>
              <a:sym typeface="Fira Code Light"/>
            </a:endParaRPr>
          </a:p>
        </p:txBody>
      </p:sp>
      <p:sp>
        <p:nvSpPr>
          <p:cNvPr id="289" name="Google Shape;289;p16"/>
          <p:cNvSpPr txBox="1"/>
          <p:nvPr/>
        </p:nvSpPr>
        <p:spPr>
          <a:xfrm>
            <a:off x="980825" y="3111410"/>
            <a:ext cx="1160400" cy="3078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pt-BR" sz="800">
                <a:solidFill>
                  <a:srgbClr val="A6F750"/>
                </a:solidFill>
                <a:latin typeface="Fira Code Light"/>
                <a:ea typeface="Fira Code Light"/>
                <a:cs typeface="Fira Code Light"/>
                <a:sym typeface="Fira Code Light"/>
              </a:rPr>
              <a:t>Lorem Ipsum</a:t>
            </a:r>
            <a:endParaRPr sz="800">
              <a:solidFill>
                <a:srgbClr val="A6F750"/>
              </a:solidFill>
              <a:latin typeface="Fira Code Light"/>
              <a:ea typeface="Fira Code Light"/>
              <a:cs typeface="Fira Code Light"/>
              <a:sym typeface="Fira Code Light"/>
            </a:endParaRPr>
          </a:p>
        </p:txBody>
      </p:sp>
      <p:sp>
        <p:nvSpPr>
          <p:cNvPr id="290" name="Google Shape;290;p16"/>
          <p:cNvSpPr txBox="1"/>
          <p:nvPr/>
        </p:nvSpPr>
        <p:spPr>
          <a:xfrm>
            <a:off x="980825" y="3537088"/>
            <a:ext cx="1160400" cy="3078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pt-BR" sz="800">
                <a:solidFill>
                  <a:srgbClr val="A6F750"/>
                </a:solidFill>
                <a:latin typeface="Fira Code Light"/>
                <a:ea typeface="Fira Code Light"/>
                <a:cs typeface="Fira Code Light"/>
                <a:sym typeface="Fira Code Light"/>
              </a:rPr>
              <a:t>Lorem Ipsum</a:t>
            </a:r>
            <a:endParaRPr sz="800">
              <a:solidFill>
                <a:srgbClr val="A6F750"/>
              </a:solidFill>
              <a:latin typeface="Fira Code Light"/>
              <a:ea typeface="Fira Code Light"/>
              <a:cs typeface="Fira Code Light"/>
              <a:sym typeface="Fira Code Light"/>
            </a:endParaRPr>
          </a:p>
        </p:txBody>
      </p:sp>
      <p:sp>
        <p:nvSpPr>
          <p:cNvPr id="291" name="Google Shape;291;p16"/>
          <p:cNvSpPr txBox="1"/>
          <p:nvPr/>
        </p:nvSpPr>
        <p:spPr>
          <a:xfrm>
            <a:off x="1138025" y="3842728"/>
            <a:ext cx="1003200" cy="431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Clr>
                <a:schemeClr val="dk1"/>
              </a:buClr>
              <a:buSzPts val="1100"/>
              <a:buFont typeface="Arial"/>
              <a:buNone/>
            </a:pPr>
            <a:r>
              <a:rPr lang="pt-BR" sz="800">
                <a:solidFill>
                  <a:srgbClr val="A6F750"/>
                </a:solidFill>
                <a:latin typeface="Fira Code Light"/>
                <a:ea typeface="Fira Code Light"/>
                <a:cs typeface="Fira Code Light"/>
                <a:sym typeface="Fira Code Light"/>
              </a:rPr>
              <a:t>Lorem</a:t>
            </a:r>
            <a:endParaRPr sz="800">
              <a:solidFill>
                <a:srgbClr val="A6F750"/>
              </a:solidFill>
              <a:latin typeface="Fira Code Light"/>
              <a:ea typeface="Fira Code Light"/>
              <a:cs typeface="Fira Code Light"/>
              <a:sym typeface="Fira Code Light"/>
            </a:endParaRPr>
          </a:p>
          <a:p>
            <a:pPr indent="0" lvl="0" marL="0" rtl="0" algn="r">
              <a:spcBef>
                <a:spcPts val="0"/>
              </a:spcBef>
              <a:spcAft>
                <a:spcPts val="0"/>
              </a:spcAft>
              <a:buNone/>
            </a:pPr>
            <a:r>
              <a:rPr lang="pt-BR" sz="800">
                <a:solidFill>
                  <a:srgbClr val="A6F750"/>
                </a:solidFill>
                <a:latin typeface="Fira Code Light"/>
                <a:ea typeface="Fira Code Light"/>
                <a:cs typeface="Fira Code Light"/>
                <a:sym typeface="Fira Code Light"/>
              </a:rPr>
              <a:t>Ipsum</a:t>
            </a:r>
            <a:endParaRPr sz="800">
              <a:solidFill>
                <a:srgbClr val="A6F750"/>
              </a:solidFill>
              <a:latin typeface="Fira Code Light"/>
              <a:ea typeface="Fira Code Light"/>
              <a:cs typeface="Fira Code Light"/>
              <a:sym typeface="Fira Code Light"/>
            </a:endParaRPr>
          </a:p>
        </p:txBody>
      </p:sp>
      <p:sp>
        <p:nvSpPr>
          <p:cNvPr id="292" name="Google Shape;292;p16"/>
          <p:cNvSpPr txBox="1"/>
          <p:nvPr/>
        </p:nvSpPr>
        <p:spPr>
          <a:xfrm>
            <a:off x="980825" y="4363693"/>
            <a:ext cx="1160400" cy="3078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pt-BR" sz="800">
                <a:solidFill>
                  <a:srgbClr val="A6F750"/>
                </a:solidFill>
                <a:latin typeface="Fira Code Light"/>
                <a:ea typeface="Fira Code Light"/>
                <a:cs typeface="Fira Code Light"/>
                <a:sym typeface="Fira Code Light"/>
              </a:rPr>
              <a:t>Lorem Ipsum</a:t>
            </a:r>
            <a:endParaRPr sz="800">
              <a:solidFill>
                <a:srgbClr val="A6F750"/>
              </a:solidFill>
              <a:latin typeface="Fira Code Light"/>
              <a:ea typeface="Fira Code Light"/>
              <a:cs typeface="Fira Code Light"/>
              <a:sym typeface="Fira Code Light"/>
            </a:endParaRPr>
          </a:p>
        </p:txBody>
      </p:sp>
      <p:sp>
        <p:nvSpPr>
          <p:cNvPr id="293" name="Google Shape;293;p16"/>
          <p:cNvSpPr/>
          <p:nvPr/>
        </p:nvSpPr>
        <p:spPr>
          <a:xfrm>
            <a:off x="2533575" y="896803"/>
            <a:ext cx="1481800" cy="251100"/>
          </a:xfrm>
          <a:custGeom>
            <a:rect b="b" l="l" r="r" t="t"/>
            <a:pathLst>
              <a:path extrusionOk="0" h="11160" w="59272">
                <a:moveTo>
                  <a:pt x="1" y="1"/>
                </a:moveTo>
                <a:lnTo>
                  <a:pt x="1" y="11159"/>
                </a:lnTo>
                <a:lnTo>
                  <a:pt x="59271" y="11159"/>
                </a:lnTo>
                <a:lnTo>
                  <a:pt x="59271" y="1"/>
                </a:lnTo>
                <a:close/>
              </a:path>
            </a:pathLst>
          </a:custGeom>
          <a:solidFill>
            <a:srgbClr val="A6F75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16"/>
          <p:cNvSpPr/>
          <p:nvPr/>
        </p:nvSpPr>
        <p:spPr>
          <a:xfrm>
            <a:off x="2186125" y="1151345"/>
            <a:ext cx="271675" cy="23"/>
          </a:xfrm>
          <a:custGeom>
            <a:rect b="b" l="l" r="r" t="t"/>
            <a:pathLst>
              <a:path extrusionOk="0" fill="none" h="1" w="10867">
                <a:moveTo>
                  <a:pt x="10867" y="0"/>
                </a:moveTo>
                <a:lnTo>
                  <a:pt x="0" y="0"/>
                </a:lnTo>
              </a:path>
            </a:pathLst>
          </a:custGeom>
          <a:noFill/>
          <a:ln cap="flat" cmpd="sng" w="5000">
            <a:solidFill>
              <a:srgbClr val="FFFFFF"/>
            </a:solidFill>
            <a:prstDash val="lgDash"/>
            <a:miter lim="1539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16"/>
          <p:cNvSpPr/>
          <p:nvPr/>
        </p:nvSpPr>
        <p:spPr>
          <a:xfrm>
            <a:off x="2201900" y="1570363"/>
            <a:ext cx="646825" cy="23"/>
          </a:xfrm>
          <a:custGeom>
            <a:rect b="b" l="l" r="r" t="t"/>
            <a:pathLst>
              <a:path extrusionOk="0" fill="none" h="1" w="25873">
                <a:moveTo>
                  <a:pt x="25873" y="0"/>
                </a:moveTo>
                <a:lnTo>
                  <a:pt x="1" y="0"/>
                </a:lnTo>
              </a:path>
            </a:pathLst>
          </a:custGeom>
          <a:noFill/>
          <a:ln cap="flat" cmpd="sng" w="5000">
            <a:solidFill>
              <a:srgbClr val="FFFFFF"/>
            </a:solidFill>
            <a:prstDash val="lgDash"/>
            <a:miter lim="1539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16"/>
          <p:cNvSpPr/>
          <p:nvPr/>
        </p:nvSpPr>
        <p:spPr>
          <a:xfrm>
            <a:off x="2186125" y="1989380"/>
            <a:ext cx="1195900" cy="22"/>
          </a:xfrm>
          <a:custGeom>
            <a:rect b="b" l="l" r="r" t="t"/>
            <a:pathLst>
              <a:path extrusionOk="0" fill="none" h="1" w="47836">
                <a:moveTo>
                  <a:pt x="47836" y="0"/>
                </a:moveTo>
                <a:lnTo>
                  <a:pt x="0" y="0"/>
                </a:lnTo>
              </a:path>
            </a:pathLst>
          </a:custGeom>
          <a:noFill/>
          <a:ln cap="flat" cmpd="sng" w="5000">
            <a:solidFill>
              <a:srgbClr val="FFFFFF"/>
            </a:solidFill>
            <a:prstDash val="lgDash"/>
            <a:miter lim="1539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16"/>
          <p:cNvSpPr/>
          <p:nvPr/>
        </p:nvSpPr>
        <p:spPr>
          <a:xfrm>
            <a:off x="2186125" y="2408735"/>
            <a:ext cx="3018200" cy="22"/>
          </a:xfrm>
          <a:custGeom>
            <a:rect b="b" l="l" r="r" t="t"/>
            <a:pathLst>
              <a:path extrusionOk="0" fill="none" h="1" w="120728">
                <a:moveTo>
                  <a:pt x="120728" y="1"/>
                </a:moveTo>
                <a:lnTo>
                  <a:pt x="0" y="1"/>
                </a:lnTo>
              </a:path>
            </a:pathLst>
          </a:custGeom>
          <a:noFill/>
          <a:ln cap="flat" cmpd="sng" w="5000">
            <a:solidFill>
              <a:srgbClr val="FFFFFF"/>
            </a:solidFill>
            <a:prstDash val="lgDash"/>
            <a:miter lim="1539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16"/>
          <p:cNvSpPr/>
          <p:nvPr/>
        </p:nvSpPr>
        <p:spPr>
          <a:xfrm>
            <a:off x="2186125" y="2827753"/>
            <a:ext cx="3410675" cy="22"/>
          </a:xfrm>
          <a:custGeom>
            <a:rect b="b" l="l" r="r" t="t"/>
            <a:pathLst>
              <a:path extrusionOk="0" fill="none" h="1" w="136427">
                <a:moveTo>
                  <a:pt x="136427" y="1"/>
                </a:moveTo>
                <a:lnTo>
                  <a:pt x="0" y="1"/>
                </a:lnTo>
              </a:path>
            </a:pathLst>
          </a:custGeom>
          <a:noFill/>
          <a:ln cap="flat" cmpd="sng" w="5000">
            <a:solidFill>
              <a:srgbClr val="FFFFFF"/>
            </a:solidFill>
            <a:prstDash val="lgDash"/>
            <a:miter lim="1539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16"/>
          <p:cNvSpPr/>
          <p:nvPr/>
        </p:nvSpPr>
        <p:spPr>
          <a:xfrm>
            <a:off x="2186125" y="3246770"/>
            <a:ext cx="3962825" cy="22"/>
          </a:xfrm>
          <a:custGeom>
            <a:rect b="b" l="l" r="r" t="t"/>
            <a:pathLst>
              <a:path extrusionOk="0" fill="none" h="1" w="158513">
                <a:moveTo>
                  <a:pt x="158513" y="1"/>
                </a:moveTo>
                <a:lnTo>
                  <a:pt x="0" y="1"/>
                </a:lnTo>
              </a:path>
            </a:pathLst>
          </a:custGeom>
          <a:noFill/>
          <a:ln cap="flat" cmpd="sng" w="5000">
            <a:solidFill>
              <a:srgbClr val="FFFFFF"/>
            </a:solidFill>
            <a:prstDash val="lgDash"/>
            <a:miter lim="1539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16"/>
          <p:cNvSpPr/>
          <p:nvPr/>
        </p:nvSpPr>
        <p:spPr>
          <a:xfrm>
            <a:off x="2186125" y="3671682"/>
            <a:ext cx="4132525" cy="22"/>
          </a:xfrm>
          <a:custGeom>
            <a:rect b="b" l="l" r="r" t="t"/>
            <a:pathLst>
              <a:path extrusionOk="0" fill="none" h="1" w="165301">
                <a:moveTo>
                  <a:pt x="165300" y="1"/>
                </a:moveTo>
                <a:lnTo>
                  <a:pt x="0" y="1"/>
                </a:lnTo>
              </a:path>
            </a:pathLst>
          </a:custGeom>
          <a:noFill/>
          <a:ln cap="flat" cmpd="sng" w="5000">
            <a:solidFill>
              <a:srgbClr val="FFFFFF"/>
            </a:solidFill>
            <a:prstDash val="lgDash"/>
            <a:miter lim="1539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16"/>
          <p:cNvSpPr/>
          <p:nvPr/>
        </p:nvSpPr>
        <p:spPr>
          <a:xfrm>
            <a:off x="2186125" y="4094165"/>
            <a:ext cx="4535375" cy="22"/>
          </a:xfrm>
          <a:custGeom>
            <a:rect b="b" l="l" r="r" t="t"/>
            <a:pathLst>
              <a:path extrusionOk="0" fill="none" h="1" w="181415">
                <a:moveTo>
                  <a:pt x="181415" y="1"/>
                </a:moveTo>
                <a:lnTo>
                  <a:pt x="0" y="1"/>
                </a:lnTo>
              </a:path>
            </a:pathLst>
          </a:custGeom>
          <a:noFill/>
          <a:ln cap="flat" cmpd="sng" w="5000">
            <a:solidFill>
              <a:srgbClr val="FFFFFF"/>
            </a:solidFill>
            <a:prstDash val="lgDash"/>
            <a:miter lim="1539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16"/>
          <p:cNvSpPr/>
          <p:nvPr/>
        </p:nvSpPr>
        <p:spPr>
          <a:xfrm>
            <a:off x="2186125" y="4516648"/>
            <a:ext cx="4996350" cy="22"/>
          </a:xfrm>
          <a:custGeom>
            <a:rect b="b" l="l" r="r" t="t"/>
            <a:pathLst>
              <a:path extrusionOk="0" fill="none" h="1" w="199854">
                <a:moveTo>
                  <a:pt x="199853" y="1"/>
                </a:moveTo>
                <a:lnTo>
                  <a:pt x="0" y="1"/>
                </a:lnTo>
              </a:path>
            </a:pathLst>
          </a:custGeom>
          <a:noFill/>
          <a:ln cap="flat" cmpd="sng" w="5000">
            <a:solidFill>
              <a:srgbClr val="FFFFFF"/>
            </a:solidFill>
            <a:prstDash val="lgDash"/>
            <a:miter lim="1539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16"/>
          <p:cNvSpPr txBox="1"/>
          <p:nvPr/>
        </p:nvSpPr>
        <p:spPr>
          <a:xfrm>
            <a:off x="3545150" y="878628"/>
            <a:ext cx="524700" cy="292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700">
                <a:solidFill>
                  <a:schemeClr val="dk1"/>
                </a:solidFill>
                <a:latin typeface="Fira Code"/>
                <a:ea typeface="Fira Code"/>
                <a:cs typeface="Fira Code"/>
                <a:sym typeface="Fira Code"/>
              </a:rPr>
              <a:t>X</a:t>
            </a:r>
            <a:r>
              <a:rPr lang="pt-BR" sz="700">
                <a:solidFill>
                  <a:schemeClr val="dk1"/>
                </a:solidFill>
                <a:latin typeface="Fira Code"/>
                <a:ea typeface="Fira Code"/>
                <a:cs typeface="Fira Code"/>
                <a:sym typeface="Fira Code"/>
              </a:rPr>
              <a:t> dias</a:t>
            </a:r>
            <a:endParaRPr sz="700">
              <a:solidFill>
                <a:schemeClr val="dk1"/>
              </a:solidFill>
              <a:latin typeface="Fira Code"/>
              <a:ea typeface="Fira Code"/>
              <a:cs typeface="Fira Code"/>
              <a:sym typeface="Fira Code"/>
            </a:endParaRPr>
          </a:p>
        </p:txBody>
      </p:sp>
      <p:sp>
        <p:nvSpPr>
          <p:cNvPr id="304" name="Google Shape;304;p16"/>
          <p:cNvSpPr txBox="1"/>
          <p:nvPr/>
        </p:nvSpPr>
        <p:spPr>
          <a:xfrm>
            <a:off x="3819300" y="1291415"/>
            <a:ext cx="524700" cy="292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700">
                <a:solidFill>
                  <a:schemeClr val="dk1"/>
                </a:solidFill>
                <a:latin typeface="Fira Code"/>
                <a:ea typeface="Fira Code"/>
                <a:cs typeface="Fira Code"/>
                <a:sym typeface="Fira Code"/>
              </a:rPr>
              <a:t>X</a:t>
            </a:r>
            <a:r>
              <a:rPr lang="pt-BR" sz="700">
                <a:solidFill>
                  <a:schemeClr val="dk1"/>
                </a:solidFill>
                <a:latin typeface="Fira Code"/>
                <a:ea typeface="Fira Code"/>
                <a:cs typeface="Fira Code"/>
                <a:sym typeface="Fira Code"/>
              </a:rPr>
              <a:t> dias</a:t>
            </a:r>
            <a:endParaRPr sz="700">
              <a:solidFill>
                <a:schemeClr val="dk1"/>
              </a:solidFill>
              <a:latin typeface="Fira Code"/>
              <a:ea typeface="Fira Code"/>
              <a:cs typeface="Fira Code"/>
              <a:sym typeface="Fira Code"/>
            </a:endParaRPr>
          </a:p>
        </p:txBody>
      </p:sp>
      <p:sp>
        <p:nvSpPr>
          <p:cNvPr id="305" name="Google Shape;305;p16"/>
          <p:cNvSpPr txBox="1"/>
          <p:nvPr/>
        </p:nvSpPr>
        <p:spPr>
          <a:xfrm>
            <a:off x="4868850" y="1710708"/>
            <a:ext cx="577500" cy="292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700">
                <a:solidFill>
                  <a:schemeClr val="dk1"/>
                </a:solidFill>
                <a:latin typeface="Fira Code"/>
                <a:ea typeface="Fira Code"/>
                <a:cs typeface="Fira Code"/>
                <a:sym typeface="Fira Code"/>
              </a:rPr>
              <a:t>XX </a:t>
            </a:r>
            <a:r>
              <a:rPr lang="pt-BR" sz="700">
                <a:solidFill>
                  <a:schemeClr val="dk1"/>
                </a:solidFill>
                <a:latin typeface="Fira Code"/>
                <a:ea typeface="Fira Code"/>
                <a:cs typeface="Fira Code"/>
                <a:sym typeface="Fira Code"/>
              </a:rPr>
              <a:t>dias</a:t>
            </a:r>
            <a:endParaRPr sz="700">
              <a:solidFill>
                <a:schemeClr val="dk1"/>
              </a:solidFill>
              <a:latin typeface="Fira Code"/>
              <a:ea typeface="Fira Code"/>
              <a:cs typeface="Fira Code"/>
              <a:sym typeface="Fira Code"/>
            </a:endParaRPr>
          </a:p>
        </p:txBody>
      </p:sp>
      <p:sp>
        <p:nvSpPr>
          <p:cNvPr id="306" name="Google Shape;306;p16"/>
          <p:cNvSpPr txBox="1"/>
          <p:nvPr/>
        </p:nvSpPr>
        <p:spPr>
          <a:xfrm>
            <a:off x="5492725" y="2140705"/>
            <a:ext cx="524700" cy="292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700">
                <a:solidFill>
                  <a:schemeClr val="dk1"/>
                </a:solidFill>
                <a:latin typeface="Fira Code"/>
                <a:ea typeface="Fira Code"/>
                <a:cs typeface="Fira Code"/>
                <a:sym typeface="Fira Code"/>
              </a:rPr>
              <a:t>X </a:t>
            </a:r>
            <a:r>
              <a:rPr lang="pt-BR" sz="700">
                <a:solidFill>
                  <a:schemeClr val="dk1"/>
                </a:solidFill>
                <a:latin typeface="Fira Code"/>
                <a:ea typeface="Fira Code"/>
                <a:cs typeface="Fira Code"/>
                <a:sym typeface="Fira Code"/>
              </a:rPr>
              <a:t>dias</a:t>
            </a:r>
            <a:endParaRPr sz="700">
              <a:solidFill>
                <a:schemeClr val="dk1"/>
              </a:solidFill>
              <a:latin typeface="Fira Code"/>
              <a:ea typeface="Fira Code"/>
              <a:cs typeface="Fira Code"/>
              <a:sym typeface="Fira Code"/>
            </a:endParaRPr>
          </a:p>
        </p:txBody>
      </p:sp>
      <p:sp>
        <p:nvSpPr>
          <p:cNvPr id="307" name="Google Shape;307;p16"/>
          <p:cNvSpPr txBox="1"/>
          <p:nvPr/>
        </p:nvSpPr>
        <p:spPr>
          <a:xfrm>
            <a:off x="6319750" y="2554553"/>
            <a:ext cx="594600" cy="292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700">
                <a:solidFill>
                  <a:schemeClr val="dk1"/>
                </a:solidFill>
                <a:latin typeface="Fira Code"/>
                <a:ea typeface="Fira Code"/>
                <a:cs typeface="Fira Code"/>
                <a:sym typeface="Fira Code"/>
              </a:rPr>
              <a:t>XX</a:t>
            </a:r>
            <a:r>
              <a:rPr lang="pt-BR" sz="700">
                <a:solidFill>
                  <a:schemeClr val="dk1"/>
                </a:solidFill>
                <a:latin typeface="Fira Code"/>
                <a:ea typeface="Fira Code"/>
                <a:cs typeface="Fira Code"/>
                <a:sym typeface="Fira Code"/>
              </a:rPr>
              <a:t> dias</a:t>
            </a:r>
            <a:endParaRPr sz="700">
              <a:solidFill>
                <a:schemeClr val="dk1"/>
              </a:solidFill>
              <a:latin typeface="Fira Code"/>
              <a:ea typeface="Fira Code"/>
              <a:cs typeface="Fira Code"/>
              <a:sym typeface="Fira Code"/>
            </a:endParaRPr>
          </a:p>
        </p:txBody>
      </p:sp>
      <p:sp>
        <p:nvSpPr>
          <p:cNvPr id="308" name="Google Shape;308;p16"/>
          <p:cNvSpPr txBox="1"/>
          <p:nvPr/>
        </p:nvSpPr>
        <p:spPr>
          <a:xfrm>
            <a:off x="6914350" y="2968400"/>
            <a:ext cx="524700" cy="292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700">
                <a:solidFill>
                  <a:schemeClr val="dk1"/>
                </a:solidFill>
                <a:latin typeface="Fira Code"/>
                <a:ea typeface="Fira Code"/>
                <a:cs typeface="Fira Code"/>
                <a:sym typeface="Fira Code"/>
              </a:rPr>
              <a:t>X</a:t>
            </a:r>
            <a:r>
              <a:rPr lang="pt-BR" sz="700">
                <a:solidFill>
                  <a:schemeClr val="dk1"/>
                </a:solidFill>
                <a:latin typeface="Fira Code"/>
                <a:ea typeface="Fira Code"/>
                <a:cs typeface="Fira Code"/>
                <a:sym typeface="Fira Code"/>
              </a:rPr>
              <a:t> dias</a:t>
            </a:r>
            <a:endParaRPr sz="700">
              <a:solidFill>
                <a:schemeClr val="dk1"/>
              </a:solidFill>
              <a:latin typeface="Fira Code"/>
              <a:ea typeface="Fira Code"/>
              <a:cs typeface="Fira Code"/>
              <a:sym typeface="Fira Code"/>
            </a:endParaRPr>
          </a:p>
        </p:txBody>
      </p:sp>
      <p:sp>
        <p:nvSpPr>
          <p:cNvPr id="309" name="Google Shape;309;p16"/>
          <p:cNvSpPr txBox="1"/>
          <p:nvPr/>
        </p:nvSpPr>
        <p:spPr>
          <a:xfrm>
            <a:off x="6851300" y="3400775"/>
            <a:ext cx="594600" cy="292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700">
                <a:solidFill>
                  <a:schemeClr val="dk1"/>
                </a:solidFill>
                <a:latin typeface="Fira Code"/>
                <a:ea typeface="Fira Code"/>
                <a:cs typeface="Fira Code"/>
                <a:sym typeface="Fira Code"/>
              </a:rPr>
              <a:t>XX</a:t>
            </a:r>
            <a:r>
              <a:rPr lang="pt-BR" sz="700">
                <a:solidFill>
                  <a:schemeClr val="dk1"/>
                </a:solidFill>
                <a:latin typeface="Fira Code"/>
                <a:ea typeface="Fira Code"/>
                <a:cs typeface="Fira Code"/>
                <a:sym typeface="Fira Code"/>
              </a:rPr>
              <a:t> dias</a:t>
            </a:r>
            <a:endParaRPr sz="700">
              <a:solidFill>
                <a:schemeClr val="dk1"/>
              </a:solidFill>
              <a:latin typeface="Fira Code"/>
              <a:ea typeface="Fira Code"/>
              <a:cs typeface="Fira Code"/>
              <a:sym typeface="Fira Code"/>
            </a:endParaRPr>
          </a:p>
        </p:txBody>
      </p:sp>
      <p:sp>
        <p:nvSpPr>
          <p:cNvPr id="310" name="Google Shape;310;p16"/>
          <p:cNvSpPr txBox="1"/>
          <p:nvPr/>
        </p:nvSpPr>
        <p:spPr>
          <a:xfrm>
            <a:off x="7162525" y="3833150"/>
            <a:ext cx="594600" cy="292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700">
                <a:solidFill>
                  <a:schemeClr val="dk1"/>
                </a:solidFill>
                <a:latin typeface="Fira Code"/>
                <a:ea typeface="Fira Code"/>
                <a:cs typeface="Fira Code"/>
                <a:sym typeface="Fira Code"/>
              </a:rPr>
              <a:t>XX</a:t>
            </a:r>
            <a:r>
              <a:rPr lang="pt-BR" sz="700">
                <a:solidFill>
                  <a:schemeClr val="dk1"/>
                </a:solidFill>
                <a:latin typeface="Fira Code"/>
                <a:ea typeface="Fira Code"/>
                <a:cs typeface="Fira Code"/>
                <a:sym typeface="Fira Code"/>
              </a:rPr>
              <a:t> dias</a:t>
            </a:r>
            <a:endParaRPr sz="700">
              <a:solidFill>
                <a:schemeClr val="dk1"/>
              </a:solidFill>
              <a:latin typeface="Fira Code"/>
              <a:ea typeface="Fira Code"/>
              <a:cs typeface="Fira Code"/>
              <a:sym typeface="Fira Code"/>
            </a:endParaRPr>
          </a:p>
        </p:txBody>
      </p:sp>
      <p:sp>
        <p:nvSpPr>
          <p:cNvPr id="311" name="Google Shape;311;p16"/>
          <p:cNvSpPr txBox="1"/>
          <p:nvPr/>
        </p:nvSpPr>
        <p:spPr>
          <a:xfrm>
            <a:off x="7453250" y="4251875"/>
            <a:ext cx="594600" cy="292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700">
                <a:solidFill>
                  <a:schemeClr val="dk1"/>
                </a:solidFill>
                <a:latin typeface="Fira Code"/>
                <a:ea typeface="Fira Code"/>
                <a:cs typeface="Fira Code"/>
                <a:sym typeface="Fira Code"/>
              </a:rPr>
              <a:t>X</a:t>
            </a:r>
            <a:r>
              <a:rPr lang="pt-BR" sz="700">
                <a:solidFill>
                  <a:schemeClr val="dk1"/>
                </a:solidFill>
                <a:latin typeface="Fira Code"/>
                <a:ea typeface="Fira Code"/>
                <a:cs typeface="Fira Code"/>
                <a:sym typeface="Fira Code"/>
              </a:rPr>
              <a:t> dias</a:t>
            </a:r>
            <a:endParaRPr sz="700">
              <a:solidFill>
                <a:schemeClr val="dk1"/>
              </a:solidFill>
              <a:latin typeface="Fira Code"/>
              <a:ea typeface="Fira Code"/>
              <a:cs typeface="Fira Code"/>
              <a:sym typeface="Fira Code"/>
            </a:endParaRPr>
          </a:p>
        </p:txBody>
      </p:sp>
      <p:sp>
        <p:nvSpPr>
          <p:cNvPr id="312" name="Google Shape;312;p16"/>
          <p:cNvSpPr txBox="1"/>
          <p:nvPr/>
        </p:nvSpPr>
        <p:spPr>
          <a:xfrm>
            <a:off x="240550" y="124357"/>
            <a:ext cx="20553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1600">
                <a:solidFill>
                  <a:srgbClr val="A6F750"/>
                </a:solidFill>
                <a:latin typeface="Ubuntu Light"/>
                <a:ea typeface="Ubuntu Light"/>
                <a:cs typeface="Ubuntu Light"/>
                <a:sym typeface="Ubuntu Light"/>
              </a:rPr>
              <a:t>Assets</a:t>
            </a:r>
            <a:endParaRPr sz="1600">
              <a:solidFill>
                <a:srgbClr val="A6F750"/>
              </a:solidFill>
              <a:latin typeface="Ubuntu Light"/>
              <a:ea typeface="Ubuntu Light"/>
              <a:cs typeface="Ubuntu Light"/>
              <a:sym typeface="Ubuntu Light"/>
            </a:endParaRPr>
          </a:p>
        </p:txBody>
      </p:sp>
      <p:sp>
        <p:nvSpPr>
          <p:cNvPr id="313" name="Google Shape;313;p16"/>
          <p:cNvSpPr txBox="1"/>
          <p:nvPr/>
        </p:nvSpPr>
        <p:spPr>
          <a:xfrm>
            <a:off x="240550" y="396113"/>
            <a:ext cx="27309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900">
                <a:solidFill>
                  <a:srgbClr val="FFFFFF"/>
                </a:solidFill>
                <a:latin typeface="Fira Code Light"/>
                <a:ea typeface="Fira Code Light"/>
                <a:cs typeface="Fira Code Light"/>
                <a:sym typeface="Fira Code Light"/>
              </a:rPr>
              <a:t>Para você usar e aplicar :)</a:t>
            </a:r>
            <a:endParaRPr sz="900">
              <a:solidFill>
                <a:srgbClr val="FFFFFF"/>
              </a:solidFill>
              <a:latin typeface="Fira Code Light"/>
              <a:ea typeface="Fira Code Light"/>
              <a:cs typeface="Fira Code Light"/>
              <a:sym typeface="Fira Code Light"/>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17"/>
          <p:cNvSpPr txBox="1"/>
          <p:nvPr/>
        </p:nvSpPr>
        <p:spPr>
          <a:xfrm>
            <a:off x="3492150" y="2210090"/>
            <a:ext cx="2159700" cy="723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pt-BR" sz="3500">
                <a:solidFill>
                  <a:srgbClr val="A6F750"/>
                </a:solidFill>
                <a:latin typeface="Ubuntu Light"/>
                <a:ea typeface="Ubuntu Light"/>
                <a:cs typeface="Ubuntu Light"/>
                <a:sym typeface="Ubuntu Light"/>
              </a:rPr>
              <a:t>Obrigada</a:t>
            </a:r>
            <a:endParaRPr sz="3500">
              <a:solidFill>
                <a:srgbClr val="A6F750"/>
              </a:solidFill>
              <a:latin typeface="Ubuntu Light"/>
              <a:ea typeface="Ubuntu Light"/>
              <a:cs typeface="Ubuntu Light"/>
              <a:sym typeface="Ubuntu Light"/>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