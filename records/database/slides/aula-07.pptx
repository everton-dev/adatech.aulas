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62" r:id="rId3"/>
    <p:sldId id="257" r:id="rId4"/>
    <p:sldId id="271" r:id="rId5"/>
    <p:sldId id="275" r:id="rId6"/>
    <p:sldId id="276" r:id="rId7"/>
    <p:sldId id="277" r:id="rId8"/>
    <p:sldId id="267" r:id="rId9"/>
    <p:sldId id="268" r:id="rId10"/>
    <p:sldId id="261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Fira Code Light" panose="020B0809050000020004" pitchFamily="49" charset="0"/>
      <p:regular r:id="rId15"/>
    </p:embeddedFont>
    <p:embeddedFont>
      <p:font typeface="Ubuntu" panose="020B0504030602030204" pitchFamily="34" charset="0"/>
      <p:regular r:id="rId16"/>
      <p:bold r:id="rId17"/>
      <p:italic r:id="rId18"/>
      <p:boldItalic r:id="rId19"/>
    </p:embeddedFont>
    <p:embeddedFont>
      <p:font typeface="Ubuntu Light" panose="020B0304030602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238DED5-C9A1-40DA-A99A-1C1E07B1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791CA1E-E96B-83A1-2ACF-6AA11BCD3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51DD669-8C89-EE78-A7C8-8624740A7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841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48A05D4-FB48-ECF4-2580-C2AA61AD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26C41F3-F9C2-37BA-3DE4-4F190F3D3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23B59EE-E8EF-2C79-5500-9E871D421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758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9CEE0C4-69DA-7A8C-3699-91E2329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1045001-132E-3F27-075D-3A2FC42D0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5A06093-F985-453A-2C91-8C6A66E1A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199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8ED62DF-0973-AE44-8B81-735D8765E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2A7DA14-F946-57B2-D773-7646AF59E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219485B-2EAB-D568-DAF8-CAD82F7CE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981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slide capa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6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252332" y="3731617"/>
            <a:ext cx="496992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07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Modelagem de dados relacional no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Modelagem de dados relacionais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Processo de modelagem de dados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Recapitulação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3" y="2505436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Modelos: conceitual, lógico e físico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Modelagem de dados relacional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872451" y="916277"/>
            <a:ext cx="29858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Lista de carros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Lista = tabela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Atributos = Colunas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Registros = Linhas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Porque é importante?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Organização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Consistência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Flexibilidade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Base para sistemas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F6BF9-AC25-2555-CF32-B02F3F2A96C8}"/>
              </a:ext>
            </a:extLst>
          </p:cNvPr>
          <p:cNvSpPr txBox="1"/>
          <p:nvPr/>
        </p:nvSpPr>
        <p:spPr>
          <a:xfrm>
            <a:off x="240548" y="3761080"/>
            <a:ext cx="55915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i="1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“A modelagem de dados relacionais é a arte de estruturar dados de forma a torná-los acessíveis, consistentes e úteis para diversas aplicações. É como construir a fundação de um prédio: uma base sólida e bem planejada garante a durabilidade e o sucesso da construção”.</a:t>
            </a:r>
          </a:p>
        </p:txBody>
      </p:sp>
      <p:pic>
        <p:nvPicPr>
          <p:cNvPr id="1026" name="Picture 2" descr="Fundamentos de Banco de Dados – Banco de Dados Relacional | Leonardo Fonseca">
            <a:extLst>
              <a:ext uri="{FF2B5EF4-FFF2-40B4-BE49-F238E27FC236}">
                <a16:creationId xmlns:a16="http://schemas.microsoft.com/office/drawing/2014/main" id="{CF1CA2B5-2C98-F8D2-4C51-F31A5ECA2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706" y="626280"/>
            <a:ext cx="3471050" cy="30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2E35038-8485-A6ED-C515-2B18708A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5BD49A3A-A1A5-08D9-1A61-76F7F2FF7E25}"/>
              </a:ext>
            </a:extLst>
          </p:cNvPr>
          <p:cNvGrpSpPr/>
          <p:nvPr/>
        </p:nvGrpSpPr>
        <p:grpSpPr>
          <a:xfrm>
            <a:off x="240549" y="2930985"/>
            <a:ext cx="8628388" cy="1874610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1395AB96-3620-3DC1-E76F-B9CCFD2DED62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9A25385B-496A-7DAA-510E-A4972543D2E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A725D44-C424-13F9-D802-40049551A259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Processo de modelagem de dados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6AE0440-3FE2-5766-3E8F-3E45962B269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62705-A560-E7DD-4100-61A65C60BB3D}"/>
              </a:ext>
            </a:extLst>
          </p:cNvPr>
          <p:cNvSpPr txBox="1"/>
          <p:nvPr/>
        </p:nvSpPr>
        <p:spPr>
          <a:xfrm>
            <a:off x="3296434" y="1134293"/>
            <a:ext cx="2758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 conceitual.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 lógico.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 físico.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4C428E3-FD5D-AF3B-3047-22C2224E7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00" y="3092412"/>
            <a:ext cx="8386937" cy="153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77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7C549D9-E442-E8FA-1B18-2249F1E8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A0CFA6E2-26CB-C9FE-D0F5-BFB31ABE17EC}"/>
              </a:ext>
            </a:extLst>
          </p:cNvPr>
          <p:cNvGrpSpPr/>
          <p:nvPr/>
        </p:nvGrpSpPr>
        <p:grpSpPr>
          <a:xfrm>
            <a:off x="463573" y="2819473"/>
            <a:ext cx="8164287" cy="1541510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5DEAE809-5AED-BF55-2993-19918C7CAE07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0C24D376-47D9-F9D8-3683-EC9038A23111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CA18261-111D-84D5-C65B-E9C441812F65}"/>
              </a:ext>
            </a:extLst>
          </p:cNvPr>
          <p:cNvSpPr txBox="1"/>
          <p:nvPr/>
        </p:nvSpPr>
        <p:spPr>
          <a:xfrm>
            <a:off x="240549" y="124357"/>
            <a:ext cx="639814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Processo de modelagem de dados – Modelo conceitual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5969197-77F4-CAC8-2383-E6F6F028861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26BAF-65D4-579A-1A8E-D2001ADD29B7}"/>
              </a:ext>
            </a:extLst>
          </p:cNvPr>
          <p:cNvSpPr txBox="1"/>
          <p:nvPr/>
        </p:nvSpPr>
        <p:spPr>
          <a:xfrm>
            <a:off x="780058" y="1349286"/>
            <a:ext cx="7847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Primeira fase da modelagem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Visão simplificada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Não são abordados detalhes de implementação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Importante por já nos dar uma direção do que iremos querer em nosso banco de dados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CA5285-7179-E2BD-3419-9049266B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7" y="3394383"/>
            <a:ext cx="4581525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51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5F240B0-8505-4A8D-AEB2-C674C400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5A4C831E-D081-7826-F2A2-6B0E60A1FCFA}"/>
              </a:ext>
            </a:extLst>
          </p:cNvPr>
          <p:cNvGrpSpPr/>
          <p:nvPr/>
        </p:nvGrpSpPr>
        <p:grpSpPr>
          <a:xfrm>
            <a:off x="463573" y="2819473"/>
            <a:ext cx="8164287" cy="1541510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E523D942-B085-06E9-508C-07B04A60B6DE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21DB655E-3FD3-7937-653D-4096675DCF51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F63A2C2-AE1E-0670-52E5-522B5BBBF28E}"/>
              </a:ext>
            </a:extLst>
          </p:cNvPr>
          <p:cNvSpPr txBox="1"/>
          <p:nvPr/>
        </p:nvSpPr>
        <p:spPr>
          <a:xfrm>
            <a:off x="240549" y="124357"/>
            <a:ext cx="639814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Processo de modelagem de dados – Modelo lógico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9C0A616-51F4-2E10-BFE0-79D18E8EDDD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BF42-CBC3-AEA3-1E32-910D5D275079}"/>
              </a:ext>
            </a:extLst>
          </p:cNvPr>
          <p:cNvSpPr txBox="1"/>
          <p:nvPr/>
        </p:nvSpPr>
        <p:spPr>
          <a:xfrm>
            <a:off x="780058" y="1349286"/>
            <a:ext cx="78478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um modelo intermediário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Leigos conseguem entender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São definidas as Entidades e seus Atributos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Estruturas que irão armazenar os dados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E25A913-D4FC-5F19-1155-AC804F561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2913953"/>
            <a:ext cx="61150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94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A24D22F-C283-805A-7F2C-1F0754C8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06F75947-7E7F-BEDE-E7BA-F7B7FAB12E12}"/>
              </a:ext>
            </a:extLst>
          </p:cNvPr>
          <p:cNvGrpSpPr/>
          <p:nvPr/>
        </p:nvGrpSpPr>
        <p:grpSpPr>
          <a:xfrm>
            <a:off x="463573" y="2819473"/>
            <a:ext cx="8164287" cy="1700488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83ED8AED-2A36-2A7F-169D-A121D7865E6F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FEA56B55-4C7E-5ED5-F69D-7585EB73AA2B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B9DA8409-724D-A247-72E2-1D76F2FFFEF9}"/>
              </a:ext>
            </a:extLst>
          </p:cNvPr>
          <p:cNvSpPr txBox="1"/>
          <p:nvPr/>
        </p:nvSpPr>
        <p:spPr>
          <a:xfrm>
            <a:off x="240549" y="124357"/>
            <a:ext cx="639814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Processo de modelagem de dados – Modelo físico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1A3BAEA-D700-5FFA-581F-4038C492C19F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152E5-007C-6B9E-727C-CA83BFB05291}"/>
              </a:ext>
            </a:extLst>
          </p:cNvPr>
          <p:cNvSpPr txBox="1"/>
          <p:nvPr/>
        </p:nvSpPr>
        <p:spPr>
          <a:xfrm>
            <a:off x="780058" y="909111"/>
            <a:ext cx="78478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 construído com base de um modelo lógico.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São definidos: Tamanho de campo, Relacionamento, Indexação, Restrições e etc.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Estrutura física de armazenamento: Tabelas,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Triggers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Funções,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Views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etc.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partir deste modelo podemos gerar comandos DDL (Data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Definition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Language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1EF35C6-DED2-F4B9-131D-1F7908DD3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184" y="2963357"/>
            <a:ext cx="6305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4681657" y="1468573"/>
            <a:ext cx="417614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nosso banco de dados no 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Azure</a:t>
            </a:r>
            <a:endParaRPr lang="pt-PT" b="1" dirty="0">
              <a:solidFill>
                <a:schemeClr val="bg1"/>
              </a:solidFill>
              <a:latin typeface="Fira Code Light"/>
              <a:ea typeface="+mn-ea"/>
              <a:cs typeface="+mn-cs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SQL Server Management 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Studio</a:t>
            </a:r>
            <a:endParaRPr lang="pt-PT" b="1" dirty="0">
              <a:solidFill>
                <a:schemeClr val="bg1"/>
              </a:solidFill>
              <a:latin typeface="Fira Code Light"/>
              <a:ea typeface="+mn-ea"/>
              <a:cs typeface="+mn-cs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tabelas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relacionamentos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índices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Consultas no SQL Server (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Queries</a:t>
            </a: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)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E064220-5664-0301-7814-8127CEF29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01" y="2667201"/>
            <a:ext cx="4725562" cy="216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2048544"/>
            <a:ext cx="4810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Modelagem de dados relacionais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Processo de modelagem de dados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Modelos: conceitual, lógico e físico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Demonstração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6286EAA-95D9-F11A-52FF-4AE5D4BE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100" y="1907295"/>
            <a:ext cx="895350" cy="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785B734-39FB-3E28-10DA-3BA39FC21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300" y="2392865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A7C0C30-C7FF-3756-AD28-B36DC3387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00" y="1892427"/>
            <a:ext cx="457200" cy="4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374</Words>
  <Application>Microsoft Office PowerPoint</Application>
  <PresentationFormat>On-screen Show (16:9)</PresentationFormat>
  <Paragraphs>62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Ubuntu</vt:lpstr>
      <vt:lpstr>Arial</vt:lpstr>
      <vt:lpstr>Fira Code Light</vt:lpstr>
      <vt:lpstr>Fira Code</vt:lpstr>
      <vt:lpstr>Wingdings</vt:lpstr>
      <vt:lpstr>Ubuntu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295</cp:revision>
  <dcterms:modified xsi:type="dcterms:W3CDTF">2025-01-02T11:54:38Z</dcterms:modified>
</cp:coreProperties>
</file>